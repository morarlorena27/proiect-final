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6" r:id="rId2"/>
    <p:sldMasterId id="2147483654" r:id="rId3"/>
  </p:sldMasterIdLst>
  <p:sldIdLst>
    <p:sldId id="270" r:id="rId4"/>
    <p:sldId id="300" r:id="rId5"/>
    <p:sldId id="341" r:id="rId6"/>
    <p:sldId id="340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281" r:id="rId15"/>
    <p:sldId id="317" r:id="rId16"/>
    <p:sldId id="313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51" r:id="rId25"/>
    <p:sldId id="352" r:id="rId26"/>
    <p:sldId id="353" r:id="rId27"/>
    <p:sldId id="349" r:id="rId28"/>
    <p:sldId id="350" r:id="rId29"/>
    <p:sldId id="31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80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301E29-0C95-4704-96F5-80EA62AC2F50}" v="21" dt="2026-01-11T19:50:10.6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66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085" y="72"/>
      </p:cViewPr>
      <p:guideLst>
        <p:guide orient="horz" pos="235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microsoft.com/office/2016/11/relationships/changesInfo" Target="changesInfos/changesInfo1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amorar2006@gmail.com" userId="e22074e5df12a71e" providerId="LiveId" clId="{A9889A3B-D354-4E46-827E-FB81B43BF583}"/>
    <pc:docChg chg="custSel addSld delSld modSld sldOrd">
      <pc:chgData name="lorenamorar2006@gmail.com" userId="e22074e5df12a71e" providerId="LiveId" clId="{A9889A3B-D354-4E46-827E-FB81B43BF583}" dt="2026-01-11T20:10:58.663" v="1303" actId="20577"/>
      <pc:docMkLst>
        <pc:docMk/>
      </pc:docMkLst>
      <pc:sldChg chg="modSp mod">
        <pc:chgData name="lorenamorar2006@gmail.com" userId="e22074e5df12a71e" providerId="LiveId" clId="{A9889A3B-D354-4E46-827E-FB81B43BF583}" dt="2026-01-11T20:10:58.663" v="1303" actId="20577"/>
        <pc:sldMkLst>
          <pc:docMk/>
          <pc:sldMk cId="1223082876" sldId="349"/>
        </pc:sldMkLst>
        <pc:spChg chg="mod">
          <ac:chgData name="lorenamorar2006@gmail.com" userId="e22074e5df12a71e" providerId="LiveId" clId="{A9889A3B-D354-4E46-827E-FB81B43BF583}" dt="2026-01-11T20:10:58.663" v="1303" actId="20577"/>
          <ac:spMkLst>
            <pc:docMk/>
            <pc:sldMk cId="1223082876" sldId="349"/>
            <ac:spMk id="6" creationId="{C2C6B503-7D30-8E82-FF3F-5D6F801C69E5}"/>
          </ac:spMkLst>
        </pc:spChg>
      </pc:sldChg>
      <pc:sldChg chg="new del">
        <pc:chgData name="lorenamorar2006@gmail.com" userId="e22074e5df12a71e" providerId="LiveId" clId="{A9889A3B-D354-4E46-827E-FB81B43BF583}" dt="2026-01-10T21:50:07.099" v="1" actId="2696"/>
        <pc:sldMkLst>
          <pc:docMk/>
          <pc:sldMk cId="1602609125" sldId="351"/>
        </pc:sldMkLst>
      </pc:sldChg>
      <pc:sldChg chg="addSp modSp new mod">
        <pc:chgData name="lorenamorar2006@gmail.com" userId="e22074e5df12a71e" providerId="LiveId" clId="{A9889A3B-D354-4E46-827E-FB81B43BF583}" dt="2026-01-10T22:03:05.114" v="418" actId="20577"/>
        <pc:sldMkLst>
          <pc:docMk/>
          <pc:sldMk cId="4158523910" sldId="351"/>
        </pc:sldMkLst>
        <pc:spChg chg="mod">
          <ac:chgData name="lorenamorar2006@gmail.com" userId="e22074e5df12a71e" providerId="LiveId" clId="{A9889A3B-D354-4E46-827E-FB81B43BF583}" dt="2026-01-10T21:51:29.615" v="52" actId="2711"/>
          <ac:spMkLst>
            <pc:docMk/>
            <pc:sldMk cId="4158523910" sldId="351"/>
            <ac:spMk id="2" creationId="{DE599771-1C44-4279-B230-4BA99C20C54F}"/>
          </ac:spMkLst>
        </pc:spChg>
        <pc:spChg chg="add mod">
          <ac:chgData name="lorenamorar2006@gmail.com" userId="e22074e5df12a71e" providerId="LiveId" clId="{A9889A3B-D354-4E46-827E-FB81B43BF583}" dt="2026-01-10T22:03:05.114" v="418" actId="20577"/>
          <ac:spMkLst>
            <pc:docMk/>
            <pc:sldMk cId="4158523910" sldId="351"/>
            <ac:spMk id="11" creationId="{EDF23C00-E751-3316-D87E-D8032EDFAF31}"/>
          </ac:spMkLst>
        </pc:spChg>
        <pc:picChg chg="add mod">
          <ac:chgData name="lorenamorar2006@gmail.com" userId="e22074e5df12a71e" providerId="LiveId" clId="{A9889A3B-D354-4E46-827E-FB81B43BF583}" dt="2026-01-10T21:53:48.815" v="59" actId="14100"/>
          <ac:picMkLst>
            <pc:docMk/>
            <pc:sldMk cId="4158523910" sldId="351"/>
            <ac:picMk id="4" creationId="{8B5907E4-8B90-018E-0ABA-CA09D8BFBFD8}"/>
          </ac:picMkLst>
        </pc:picChg>
        <pc:picChg chg="add mod">
          <ac:chgData name="lorenamorar2006@gmail.com" userId="e22074e5df12a71e" providerId="LiveId" clId="{A9889A3B-D354-4E46-827E-FB81B43BF583}" dt="2026-01-10T21:54:51.393" v="63" actId="14100"/>
          <ac:picMkLst>
            <pc:docMk/>
            <pc:sldMk cId="4158523910" sldId="351"/>
            <ac:picMk id="6" creationId="{75757F32-E695-2F1C-5B67-4B8AF3C49D81}"/>
          </ac:picMkLst>
        </pc:picChg>
        <pc:picChg chg="add mod">
          <ac:chgData name="lorenamorar2006@gmail.com" userId="e22074e5df12a71e" providerId="LiveId" clId="{A9889A3B-D354-4E46-827E-FB81B43BF583}" dt="2026-01-10T21:56:43.520" v="77" actId="14100"/>
          <ac:picMkLst>
            <pc:docMk/>
            <pc:sldMk cId="4158523910" sldId="351"/>
            <ac:picMk id="8" creationId="{E9621E85-C646-46AF-47A1-3B3732DE8653}"/>
          </ac:picMkLst>
        </pc:picChg>
        <pc:picChg chg="add mod">
          <ac:chgData name="lorenamorar2006@gmail.com" userId="e22074e5df12a71e" providerId="LiveId" clId="{A9889A3B-D354-4E46-827E-FB81B43BF583}" dt="2026-01-10T21:56:35.883" v="75" actId="14100"/>
          <ac:picMkLst>
            <pc:docMk/>
            <pc:sldMk cId="4158523910" sldId="351"/>
            <ac:picMk id="10" creationId="{DABAB94D-C78A-8D1B-96B5-2289770E837D}"/>
          </ac:picMkLst>
        </pc:picChg>
      </pc:sldChg>
      <pc:sldChg chg="addSp modSp new mod">
        <pc:chgData name="lorenamorar2006@gmail.com" userId="e22074e5df12a71e" providerId="LiveId" clId="{A9889A3B-D354-4E46-827E-FB81B43BF583}" dt="2026-01-10T22:09:08.295" v="467" actId="1076"/>
        <pc:sldMkLst>
          <pc:docMk/>
          <pc:sldMk cId="2298410931" sldId="352"/>
        </pc:sldMkLst>
        <pc:picChg chg="add mod">
          <ac:chgData name="lorenamorar2006@gmail.com" userId="e22074e5df12a71e" providerId="LiveId" clId="{A9889A3B-D354-4E46-827E-FB81B43BF583}" dt="2026-01-10T22:07:09.538" v="440" actId="14100"/>
          <ac:picMkLst>
            <pc:docMk/>
            <pc:sldMk cId="2298410931" sldId="352"/>
            <ac:picMk id="3" creationId="{17B436B1-5144-2EBF-D41B-703DCC3504F4}"/>
          </ac:picMkLst>
        </pc:picChg>
        <pc:picChg chg="add mod">
          <ac:chgData name="lorenamorar2006@gmail.com" userId="e22074e5df12a71e" providerId="LiveId" clId="{A9889A3B-D354-4E46-827E-FB81B43BF583}" dt="2026-01-10T22:07:48.889" v="450" actId="14100"/>
          <ac:picMkLst>
            <pc:docMk/>
            <pc:sldMk cId="2298410931" sldId="352"/>
            <ac:picMk id="5" creationId="{1205D3BF-4F2F-7C55-E44F-11204DCE87F2}"/>
          </ac:picMkLst>
        </pc:picChg>
        <pc:picChg chg="add mod">
          <ac:chgData name="lorenamorar2006@gmail.com" userId="e22074e5df12a71e" providerId="LiveId" clId="{A9889A3B-D354-4E46-827E-FB81B43BF583}" dt="2026-01-10T22:09:08.295" v="467" actId="1076"/>
          <ac:picMkLst>
            <pc:docMk/>
            <pc:sldMk cId="2298410931" sldId="352"/>
            <ac:picMk id="7" creationId="{40F24D21-7C1D-2056-404B-70BE0106AD43}"/>
          </ac:picMkLst>
        </pc:picChg>
        <pc:picChg chg="add mod">
          <ac:chgData name="lorenamorar2006@gmail.com" userId="e22074e5df12a71e" providerId="LiveId" clId="{A9889A3B-D354-4E46-827E-FB81B43BF583}" dt="2026-01-10T22:08:53.531" v="461" actId="14100"/>
          <ac:picMkLst>
            <pc:docMk/>
            <pc:sldMk cId="2298410931" sldId="352"/>
            <ac:picMk id="9" creationId="{89AD6999-C12A-1821-103D-30B3B811F153}"/>
          </ac:picMkLst>
        </pc:picChg>
        <pc:picChg chg="add mod">
          <ac:chgData name="lorenamorar2006@gmail.com" userId="e22074e5df12a71e" providerId="LiveId" clId="{A9889A3B-D354-4E46-827E-FB81B43BF583}" dt="2026-01-10T22:09:05.575" v="466" actId="1076"/>
          <ac:picMkLst>
            <pc:docMk/>
            <pc:sldMk cId="2298410931" sldId="352"/>
            <ac:picMk id="11" creationId="{8672F55E-11B6-E644-C670-3A327C8684F7}"/>
          </ac:picMkLst>
        </pc:picChg>
      </pc:sldChg>
      <pc:sldChg chg="addSp modSp new mod">
        <pc:chgData name="lorenamorar2006@gmail.com" userId="e22074e5df12a71e" providerId="LiveId" clId="{A9889A3B-D354-4E46-827E-FB81B43BF583}" dt="2026-01-10T22:17:27.103" v="671" actId="20577"/>
        <pc:sldMkLst>
          <pc:docMk/>
          <pc:sldMk cId="56929504" sldId="353"/>
        </pc:sldMkLst>
        <pc:spChg chg="add mod">
          <ac:chgData name="lorenamorar2006@gmail.com" userId="e22074e5df12a71e" providerId="LiveId" clId="{A9889A3B-D354-4E46-827E-FB81B43BF583}" dt="2026-01-10T22:17:27.103" v="671" actId="20577"/>
          <ac:spMkLst>
            <pc:docMk/>
            <pc:sldMk cId="56929504" sldId="353"/>
            <ac:spMk id="10" creationId="{9589CF56-4A1E-6CDA-126A-B8FBDCE59B10}"/>
          </ac:spMkLst>
        </pc:spChg>
        <pc:spChg chg="add mod">
          <ac:chgData name="lorenamorar2006@gmail.com" userId="e22074e5df12a71e" providerId="LiveId" clId="{A9889A3B-D354-4E46-827E-FB81B43BF583}" dt="2026-01-10T22:17:11.252" v="669" actId="767"/>
          <ac:spMkLst>
            <pc:docMk/>
            <pc:sldMk cId="56929504" sldId="353"/>
            <ac:spMk id="11" creationId="{CD70F657-51F0-3B44-03A5-369C8E1985E9}"/>
          </ac:spMkLst>
        </pc:spChg>
        <pc:picChg chg="add mod">
          <ac:chgData name="lorenamorar2006@gmail.com" userId="e22074e5df12a71e" providerId="LiveId" clId="{A9889A3B-D354-4E46-827E-FB81B43BF583}" dt="2026-01-10T22:12:15.537" v="481" actId="1076"/>
          <ac:picMkLst>
            <pc:docMk/>
            <pc:sldMk cId="56929504" sldId="353"/>
            <ac:picMk id="3" creationId="{FF9C8016-63F8-27A5-A63A-FE6895C10193}"/>
          </ac:picMkLst>
        </pc:picChg>
        <pc:picChg chg="add mod">
          <ac:chgData name="lorenamorar2006@gmail.com" userId="e22074e5df12a71e" providerId="LiveId" clId="{A9889A3B-D354-4E46-827E-FB81B43BF583}" dt="2026-01-10T22:12:20.681" v="483" actId="14100"/>
          <ac:picMkLst>
            <pc:docMk/>
            <pc:sldMk cId="56929504" sldId="353"/>
            <ac:picMk id="5" creationId="{25FFD617-E737-9C3B-7469-E16B8E739BA5}"/>
          </ac:picMkLst>
        </pc:picChg>
        <pc:picChg chg="add mod">
          <ac:chgData name="lorenamorar2006@gmail.com" userId="e22074e5df12a71e" providerId="LiveId" clId="{A9889A3B-D354-4E46-827E-FB81B43BF583}" dt="2026-01-10T22:16:27.597" v="666" actId="1076"/>
          <ac:picMkLst>
            <pc:docMk/>
            <pc:sldMk cId="56929504" sldId="353"/>
            <ac:picMk id="7" creationId="{751927CD-8EDC-796F-78E3-BC7E76BAF7C5}"/>
          </ac:picMkLst>
        </pc:picChg>
        <pc:picChg chg="add mod">
          <ac:chgData name="lorenamorar2006@gmail.com" userId="e22074e5df12a71e" providerId="LiveId" clId="{A9889A3B-D354-4E46-827E-FB81B43BF583}" dt="2026-01-10T22:13:18.356" v="491" actId="14100"/>
          <ac:picMkLst>
            <pc:docMk/>
            <pc:sldMk cId="56929504" sldId="353"/>
            <ac:picMk id="9" creationId="{A19362FD-45AD-5171-9323-9E140FBAEA30}"/>
          </ac:picMkLst>
        </pc:picChg>
      </pc:sldChg>
      <pc:sldChg chg="addSp delSp modSp new mod ord">
        <pc:chgData name="lorenamorar2006@gmail.com" userId="e22074e5df12a71e" providerId="LiveId" clId="{A9889A3B-D354-4E46-827E-FB81B43BF583}" dt="2026-01-11T18:59:31.574" v="714" actId="255"/>
        <pc:sldMkLst>
          <pc:docMk/>
          <pc:sldMk cId="2376677052" sldId="354"/>
        </pc:sldMkLst>
        <pc:spChg chg="add mod">
          <ac:chgData name="lorenamorar2006@gmail.com" userId="e22074e5df12a71e" providerId="LiveId" clId="{A9889A3B-D354-4E46-827E-FB81B43BF583}" dt="2026-01-11T18:59:31.574" v="714" actId="255"/>
          <ac:spMkLst>
            <pc:docMk/>
            <pc:sldMk cId="2376677052" sldId="354"/>
            <ac:spMk id="10" creationId="{AD69132C-430E-960D-DE67-DBFDCE87CB00}"/>
          </ac:spMkLst>
        </pc:spChg>
        <pc:picChg chg="add del mod">
          <ac:chgData name="lorenamorar2006@gmail.com" userId="e22074e5df12a71e" providerId="LiveId" clId="{A9889A3B-D354-4E46-827E-FB81B43BF583}" dt="2026-01-11T18:49:22.991" v="679" actId="21"/>
          <ac:picMkLst>
            <pc:docMk/>
            <pc:sldMk cId="2376677052" sldId="354"/>
            <ac:picMk id="3" creationId="{707E8571-36A2-70B3-F6C0-8B92E4F9D519}"/>
          </ac:picMkLst>
        </pc:picChg>
        <pc:picChg chg="add mod">
          <ac:chgData name="lorenamorar2006@gmail.com" userId="e22074e5df12a71e" providerId="LiveId" clId="{A9889A3B-D354-4E46-827E-FB81B43BF583}" dt="2026-01-11T18:51:29.373" v="694" actId="14100"/>
          <ac:picMkLst>
            <pc:docMk/>
            <pc:sldMk cId="2376677052" sldId="354"/>
            <ac:picMk id="5" creationId="{98BDDDCB-3E5C-DADB-84B7-748055813684}"/>
          </ac:picMkLst>
        </pc:picChg>
        <pc:picChg chg="add mod">
          <ac:chgData name="lorenamorar2006@gmail.com" userId="e22074e5df12a71e" providerId="LiveId" clId="{A9889A3B-D354-4E46-827E-FB81B43BF583}" dt="2026-01-11T18:51:34.494" v="695" actId="14100"/>
          <ac:picMkLst>
            <pc:docMk/>
            <pc:sldMk cId="2376677052" sldId="354"/>
            <ac:picMk id="7" creationId="{894694DD-32C4-369E-65EA-A16A4380D409}"/>
          </ac:picMkLst>
        </pc:picChg>
        <pc:picChg chg="add mod">
          <ac:chgData name="lorenamorar2006@gmail.com" userId="e22074e5df12a71e" providerId="LiveId" clId="{A9889A3B-D354-4E46-827E-FB81B43BF583}" dt="2026-01-11T18:52:44.974" v="705" actId="14100"/>
          <ac:picMkLst>
            <pc:docMk/>
            <pc:sldMk cId="2376677052" sldId="354"/>
            <ac:picMk id="9" creationId="{1D8B9818-AB5A-BD7E-7702-36091583EC7E}"/>
          </ac:picMkLst>
        </pc:picChg>
      </pc:sldChg>
      <pc:sldChg chg="addSp delSp modSp new mod">
        <pc:chgData name="lorenamorar2006@gmail.com" userId="e22074e5df12a71e" providerId="LiveId" clId="{A9889A3B-D354-4E46-827E-FB81B43BF583}" dt="2026-01-11T19:57:31.156" v="1275" actId="20577"/>
        <pc:sldMkLst>
          <pc:docMk/>
          <pc:sldMk cId="524797738" sldId="355"/>
        </pc:sldMkLst>
        <pc:spChg chg="add mod">
          <ac:chgData name="lorenamorar2006@gmail.com" userId="e22074e5df12a71e" providerId="LiveId" clId="{A9889A3B-D354-4E46-827E-FB81B43BF583}" dt="2026-01-11T19:08:37.512" v="773" actId="122"/>
          <ac:spMkLst>
            <pc:docMk/>
            <pc:sldMk cId="524797738" sldId="355"/>
            <ac:spMk id="8" creationId="{F86BDD53-9224-62E7-AC33-2E01B24CCDFB}"/>
          </ac:spMkLst>
        </pc:spChg>
        <pc:spChg chg="add mod">
          <ac:chgData name="lorenamorar2006@gmail.com" userId="e22074e5df12a71e" providerId="LiveId" clId="{A9889A3B-D354-4E46-827E-FB81B43BF583}" dt="2026-01-11T19:57:31.156" v="1275" actId="20577"/>
          <ac:spMkLst>
            <pc:docMk/>
            <pc:sldMk cId="524797738" sldId="355"/>
            <ac:spMk id="9" creationId="{ED9F0E8E-5672-2C80-5DF0-35FAED2252B8}"/>
          </ac:spMkLst>
        </pc:spChg>
        <pc:picChg chg="add del mod">
          <ac:chgData name="lorenamorar2006@gmail.com" userId="e22074e5df12a71e" providerId="LiveId" clId="{A9889A3B-D354-4E46-827E-FB81B43BF583}" dt="2026-01-11T19:00:28.787" v="718" actId="21"/>
          <ac:picMkLst>
            <pc:docMk/>
            <pc:sldMk cId="524797738" sldId="355"/>
            <ac:picMk id="3" creationId="{4B388A11-383E-233B-7869-C4F820847AB0}"/>
          </ac:picMkLst>
        </pc:picChg>
        <pc:picChg chg="add mod">
          <ac:chgData name="lorenamorar2006@gmail.com" userId="e22074e5df12a71e" providerId="LiveId" clId="{A9889A3B-D354-4E46-827E-FB81B43BF583}" dt="2026-01-11T19:03:02.433" v="742" actId="14100"/>
          <ac:picMkLst>
            <pc:docMk/>
            <pc:sldMk cId="524797738" sldId="355"/>
            <ac:picMk id="5" creationId="{3031C4CE-52A1-27FD-250D-4F48771A9D07}"/>
          </ac:picMkLst>
        </pc:picChg>
        <pc:picChg chg="add mod">
          <ac:chgData name="lorenamorar2006@gmail.com" userId="e22074e5df12a71e" providerId="LiveId" clId="{A9889A3B-D354-4E46-827E-FB81B43BF583}" dt="2026-01-11T19:03:15.169" v="745" actId="14100"/>
          <ac:picMkLst>
            <pc:docMk/>
            <pc:sldMk cId="524797738" sldId="355"/>
            <ac:picMk id="7" creationId="{82F010D9-4255-81DF-ED02-595BC6B6C73C}"/>
          </ac:picMkLst>
        </pc:picChg>
      </pc:sldChg>
      <pc:sldChg chg="addSp modSp new mod">
        <pc:chgData name="lorenamorar2006@gmail.com" userId="e22074e5df12a71e" providerId="LiveId" clId="{A9889A3B-D354-4E46-827E-FB81B43BF583}" dt="2026-01-11T19:59:29.571" v="1289" actId="20577"/>
        <pc:sldMkLst>
          <pc:docMk/>
          <pc:sldMk cId="3967426343" sldId="356"/>
        </pc:sldMkLst>
        <pc:spChg chg="add mod">
          <ac:chgData name="lorenamorar2006@gmail.com" userId="e22074e5df12a71e" providerId="LiveId" clId="{A9889A3B-D354-4E46-827E-FB81B43BF583}" dt="2026-01-11T19:59:29.571" v="1289" actId="20577"/>
          <ac:spMkLst>
            <pc:docMk/>
            <pc:sldMk cId="3967426343" sldId="356"/>
            <ac:spMk id="8" creationId="{7EE7ACFD-646A-E85D-7DB4-B45B52856779}"/>
          </ac:spMkLst>
        </pc:spChg>
        <pc:picChg chg="add mod">
          <ac:chgData name="lorenamorar2006@gmail.com" userId="e22074e5df12a71e" providerId="LiveId" clId="{A9889A3B-D354-4E46-827E-FB81B43BF583}" dt="2026-01-11T19:12:12.815" v="797" actId="1076"/>
          <ac:picMkLst>
            <pc:docMk/>
            <pc:sldMk cId="3967426343" sldId="356"/>
            <ac:picMk id="3" creationId="{8F4741D9-D1BE-2BCA-23FD-6A6CF8A4E85F}"/>
          </ac:picMkLst>
        </pc:picChg>
        <pc:picChg chg="add mod">
          <ac:chgData name="lorenamorar2006@gmail.com" userId="e22074e5df12a71e" providerId="LiveId" clId="{A9889A3B-D354-4E46-827E-FB81B43BF583}" dt="2026-01-11T19:11:37.621" v="789" actId="14100"/>
          <ac:picMkLst>
            <pc:docMk/>
            <pc:sldMk cId="3967426343" sldId="356"/>
            <ac:picMk id="5" creationId="{2FB13267-6B7B-3703-150C-20678E4CA0B6}"/>
          </ac:picMkLst>
        </pc:picChg>
        <pc:picChg chg="add mod">
          <ac:chgData name="lorenamorar2006@gmail.com" userId="e22074e5df12a71e" providerId="LiveId" clId="{A9889A3B-D354-4E46-827E-FB81B43BF583}" dt="2026-01-11T19:11:31.431" v="788" actId="1076"/>
          <ac:picMkLst>
            <pc:docMk/>
            <pc:sldMk cId="3967426343" sldId="356"/>
            <ac:picMk id="7" creationId="{FBE3E0DE-8FA7-8ADF-04EC-8374CCDF1A0D}"/>
          </ac:picMkLst>
        </pc:picChg>
      </pc:sldChg>
      <pc:sldChg chg="addSp delSp modSp new mod">
        <pc:chgData name="lorenamorar2006@gmail.com" userId="e22074e5df12a71e" providerId="LiveId" clId="{A9889A3B-D354-4E46-827E-FB81B43BF583}" dt="2026-01-11T19:31:33.352" v="890" actId="255"/>
        <pc:sldMkLst>
          <pc:docMk/>
          <pc:sldMk cId="3341497058" sldId="357"/>
        </pc:sldMkLst>
        <pc:spChg chg="add mod">
          <ac:chgData name="lorenamorar2006@gmail.com" userId="e22074e5df12a71e" providerId="LiveId" clId="{A9889A3B-D354-4E46-827E-FB81B43BF583}" dt="2026-01-11T19:31:33.352" v="890" actId="255"/>
          <ac:spMkLst>
            <pc:docMk/>
            <pc:sldMk cId="3341497058" sldId="357"/>
            <ac:spMk id="10" creationId="{E7AB7682-E504-30A2-F389-909876E6F24B}"/>
          </ac:spMkLst>
        </pc:spChg>
        <pc:picChg chg="add mod">
          <ac:chgData name="lorenamorar2006@gmail.com" userId="e22074e5df12a71e" providerId="LiveId" clId="{A9889A3B-D354-4E46-827E-FB81B43BF583}" dt="2026-01-11T19:22:09.584" v="868" actId="1076"/>
          <ac:picMkLst>
            <pc:docMk/>
            <pc:sldMk cId="3341497058" sldId="357"/>
            <ac:picMk id="3" creationId="{EA480C54-52B0-014C-E0A3-EAAE6727E3B4}"/>
          </ac:picMkLst>
        </pc:picChg>
        <pc:picChg chg="add del">
          <ac:chgData name="lorenamorar2006@gmail.com" userId="e22074e5df12a71e" providerId="LiveId" clId="{A9889A3B-D354-4E46-827E-FB81B43BF583}" dt="2026-01-11T19:23:10.231" v="870" actId="21"/>
          <ac:picMkLst>
            <pc:docMk/>
            <pc:sldMk cId="3341497058" sldId="357"/>
            <ac:picMk id="5" creationId="{4C895116-8FED-2461-66F7-2EAF03E51D35}"/>
          </ac:picMkLst>
        </pc:picChg>
        <pc:picChg chg="add mod">
          <ac:chgData name="lorenamorar2006@gmail.com" userId="e22074e5df12a71e" providerId="LiveId" clId="{A9889A3B-D354-4E46-827E-FB81B43BF583}" dt="2026-01-11T19:23:56.541" v="878" actId="14100"/>
          <ac:picMkLst>
            <pc:docMk/>
            <pc:sldMk cId="3341497058" sldId="357"/>
            <ac:picMk id="7" creationId="{A03021AC-5873-9FE6-4B4E-ED701DED332C}"/>
          </ac:picMkLst>
        </pc:picChg>
        <pc:picChg chg="add mod">
          <ac:chgData name="lorenamorar2006@gmail.com" userId="e22074e5df12a71e" providerId="LiveId" clId="{A9889A3B-D354-4E46-827E-FB81B43BF583}" dt="2026-01-11T19:24:37.956" v="883" actId="14100"/>
          <ac:picMkLst>
            <pc:docMk/>
            <pc:sldMk cId="3341497058" sldId="357"/>
            <ac:picMk id="9" creationId="{3EFF5915-6162-1BB5-EB11-3A4A217A2D2A}"/>
          </ac:picMkLst>
        </pc:picChg>
      </pc:sldChg>
      <pc:sldChg chg="addSp modSp new mod">
        <pc:chgData name="lorenamorar2006@gmail.com" userId="e22074e5df12a71e" providerId="LiveId" clId="{A9889A3B-D354-4E46-827E-FB81B43BF583}" dt="2026-01-11T19:36:31.194" v="909" actId="12"/>
        <pc:sldMkLst>
          <pc:docMk/>
          <pc:sldMk cId="276037761" sldId="358"/>
        </pc:sldMkLst>
        <pc:spChg chg="add mod">
          <ac:chgData name="lorenamorar2006@gmail.com" userId="e22074e5df12a71e" providerId="LiveId" clId="{A9889A3B-D354-4E46-827E-FB81B43BF583}" dt="2026-01-11T19:36:31.194" v="909" actId="12"/>
          <ac:spMkLst>
            <pc:docMk/>
            <pc:sldMk cId="276037761" sldId="358"/>
            <ac:spMk id="6" creationId="{42967803-6BEB-4C82-CA24-017242679042}"/>
          </ac:spMkLst>
        </pc:spChg>
        <pc:picChg chg="add mod">
          <ac:chgData name="lorenamorar2006@gmail.com" userId="e22074e5df12a71e" providerId="LiveId" clId="{A9889A3B-D354-4E46-827E-FB81B43BF583}" dt="2026-01-11T19:32:21.893" v="893" actId="1076"/>
          <ac:picMkLst>
            <pc:docMk/>
            <pc:sldMk cId="276037761" sldId="358"/>
            <ac:picMk id="3" creationId="{EAC0EACA-4C1D-15F9-B166-3D0CEDDBD092}"/>
          </ac:picMkLst>
        </pc:picChg>
        <pc:picChg chg="add mod">
          <ac:chgData name="lorenamorar2006@gmail.com" userId="e22074e5df12a71e" providerId="LiveId" clId="{A9889A3B-D354-4E46-827E-FB81B43BF583}" dt="2026-01-11T19:33:13.802" v="900" actId="1076"/>
          <ac:picMkLst>
            <pc:docMk/>
            <pc:sldMk cId="276037761" sldId="358"/>
            <ac:picMk id="5" creationId="{F810BCAF-4E1A-6FED-CA1A-EF98043CB53A}"/>
          </ac:picMkLst>
        </pc:picChg>
      </pc:sldChg>
      <pc:sldChg chg="addSp modSp new mod">
        <pc:chgData name="lorenamorar2006@gmail.com" userId="e22074e5df12a71e" providerId="LiveId" clId="{A9889A3B-D354-4E46-827E-FB81B43BF583}" dt="2026-01-11T19:41:38.931" v="993" actId="1076"/>
        <pc:sldMkLst>
          <pc:docMk/>
          <pc:sldMk cId="939223025" sldId="359"/>
        </pc:sldMkLst>
        <pc:spChg chg="add mod">
          <ac:chgData name="lorenamorar2006@gmail.com" userId="e22074e5df12a71e" providerId="LiveId" clId="{A9889A3B-D354-4E46-827E-FB81B43BF583}" dt="2026-01-11T19:41:38.931" v="993" actId="1076"/>
          <ac:spMkLst>
            <pc:docMk/>
            <pc:sldMk cId="939223025" sldId="359"/>
            <ac:spMk id="6" creationId="{1DCB6B67-41D6-F7F6-C6B0-24BD553CC723}"/>
          </ac:spMkLst>
        </pc:spChg>
        <pc:picChg chg="add mod">
          <ac:chgData name="lorenamorar2006@gmail.com" userId="e22074e5df12a71e" providerId="LiveId" clId="{A9889A3B-D354-4E46-827E-FB81B43BF583}" dt="2026-01-11T19:37:15.809" v="912" actId="1076"/>
          <ac:picMkLst>
            <pc:docMk/>
            <pc:sldMk cId="939223025" sldId="359"/>
            <ac:picMk id="3" creationId="{A89ECEB4-AF70-1058-47C6-6EE8310D118D}"/>
          </ac:picMkLst>
        </pc:picChg>
        <pc:picChg chg="add mod">
          <ac:chgData name="lorenamorar2006@gmail.com" userId="e22074e5df12a71e" providerId="LiveId" clId="{A9889A3B-D354-4E46-827E-FB81B43BF583}" dt="2026-01-11T19:37:53.717" v="915" actId="1076"/>
          <ac:picMkLst>
            <pc:docMk/>
            <pc:sldMk cId="939223025" sldId="359"/>
            <ac:picMk id="5" creationId="{372118FC-EB94-1B06-A99D-876D453694A8}"/>
          </ac:picMkLst>
        </pc:picChg>
      </pc:sldChg>
      <pc:sldChg chg="addSp modSp new mod">
        <pc:chgData name="lorenamorar2006@gmail.com" userId="e22074e5df12a71e" providerId="LiveId" clId="{A9889A3B-D354-4E46-827E-FB81B43BF583}" dt="2026-01-11T19:51:53.999" v="1256" actId="1076"/>
        <pc:sldMkLst>
          <pc:docMk/>
          <pc:sldMk cId="4107695099" sldId="360"/>
        </pc:sldMkLst>
        <pc:spChg chg="add mod">
          <ac:chgData name="lorenamorar2006@gmail.com" userId="e22074e5df12a71e" providerId="LiveId" clId="{A9889A3B-D354-4E46-827E-FB81B43BF583}" dt="2026-01-11T19:45:24.757" v="1219" actId="1076"/>
          <ac:spMkLst>
            <pc:docMk/>
            <pc:sldMk cId="4107695099" sldId="360"/>
            <ac:spMk id="2" creationId="{4E2E4BCD-91AE-5B45-13C3-BD533E7E9228}"/>
          </ac:spMkLst>
        </pc:spChg>
        <pc:spChg chg="add mod">
          <ac:chgData name="lorenamorar2006@gmail.com" userId="e22074e5df12a71e" providerId="LiveId" clId="{A9889A3B-D354-4E46-827E-FB81B43BF583}" dt="2026-01-11T19:51:53.999" v="1256" actId="1076"/>
          <ac:spMkLst>
            <pc:docMk/>
            <pc:sldMk cId="4107695099" sldId="360"/>
            <ac:spMk id="7" creationId="{603D48E4-B72E-EC5A-C62B-67BA98853C89}"/>
          </ac:spMkLst>
        </pc:spChg>
        <pc:picChg chg="add mod">
          <ac:chgData name="lorenamorar2006@gmail.com" userId="e22074e5df12a71e" providerId="LiveId" clId="{A9889A3B-D354-4E46-827E-FB81B43BF583}" dt="2026-01-11T19:48:13.675" v="1227" actId="14100"/>
          <ac:picMkLst>
            <pc:docMk/>
            <pc:sldMk cId="4107695099" sldId="360"/>
            <ac:picMk id="4" creationId="{DF1E33AD-9211-4E5F-20A1-209FF41195E9}"/>
          </ac:picMkLst>
        </pc:picChg>
        <pc:picChg chg="add mod">
          <ac:chgData name="lorenamorar2006@gmail.com" userId="e22074e5df12a71e" providerId="LiveId" clId="{A9889A3B-D354-4E46-827E-FB81B43BF583}" dt="2026-01-11T19:48:06.298" v="1225" actId="14100"/>
          <ac:picMkLst>
            <pc:docMk/>
            <pc:sldMk cId="4107695099" sldId="360"/>
            <ac:picMk id="6" creationId="{88FDE57F-E113-E965-E811-BA54539C8AC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86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514483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50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77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829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9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74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43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201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5B47D6-DAD7-40A6-BD10-CD2FABB132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094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27960874-3F9B-4D3F-855A-5669B09C929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31350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B1140DE-B7EF-4821-92DB-87F8292871A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05623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2D1BE3B-CE32-4F45-9E7C-3CF4C5DACDC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282361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F1FA09A-98C2-4BC7-A032-43C843531C6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593992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8718837-365D-4859-B99D-1C4C5BB7E50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70731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74010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87088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E24A2BE-80CE-4B79-BF31-91FA62C0442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2160665"/>
            <a:ext cx="12192000" cy="2502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51014-6E90-4769-BCD9-A06A9FC17AC8}"/>
              </a:ext>
            </a:extLst>
          </p:cNvPr>
          <p:cNvSpPr/>
          <p:nvPr userDrawn="1"/>
        </p:nvSpPr>
        <p:spPr>
          <a:xfrm>
            <a:off x="0" y="2026940"/>
            <a:ext cx="12192000" cy="7200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BC926F-7282-4E00-BF8A-8D24B274039B}"/>
              </a:ext>
            </a:extLst>
          </p:cNvPr>
          <p:cNvSpPr/>
          <p:nvPr userDrawn="1"/>
        </p:nvSpPr>
        <p:spPr>
          <a:xfrm>
            <a:off x="0" y="4725144"/>
            <a:ext cx="12192000" cy="7200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50336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12">
            <a:extLst>
              <a:ext uri="{FF2B5EF4-FFF2-40B4-BE49-F238E27FC236}">
                <a16:creationId xmlns:a16="http://schemas.microsoft.com/office/drawing/2014/main" id="{A7A44CD1-8791-4411-9DCF-BE8F9EB9EB1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9070" y="1223317"/>
            <a:ext cx="5441094" cy="4721980"/>
          </a:xfrm>
          <a:custGeom>
            <a:avLst/>
            <a:gdLst>
              <a:gd name="connsiteX0" fmla="*/ 2090352 w 5441094"/>
              <a:gd name="connsiteY0" fmla="*/ 2977952 h 4721980"/>
              <a:gd name="connsiteX1" fmla="*/ 3101888 w 5441094"/>
              <a:gd name="connsiteY1" fmla="*/ 4721980 h 4721980"/>
              <a:gd name="connsiteX2" fmla="*/ 1078816 w 5441094"/>
              <a:gd name="connsiteY2" fmla="*/ 4721980 h 4721980"/>
              <a:gd name="connsiteX3" fmla="*/ 2191267 w 5441094"/>
              <a:gd name="connsiteY3" fmla="*/ 2940880 h 4721980"/>
              <a:gd name="connsiteX4" fmla="*/ 4155992 w 5441094"/>
              <a:gd name="connsiteY4" fmla="*/ 2940880 h 4721980"/>
              <a:gd name="connsiteX5" fmla="*/ 3173629 w 5441094"/>
              <a:gd name="connsiteY5" fmla="*/ 4634609 h 4721980"/>
              <a:gd name="connsiteX6" fmla="*/ 0 w 5441094"/>
              <a:gd name="connsiteY6" fmla="*/ 2928524 h 4721980"/>
              <a:gd name="connsiteX7" fmla="*/ 2023072 w 5441094"/>
              <a:gd name="connsiteY7" fmla="*/ 2928524 h 4721980"/>
              <a:gd name="connsiteX8" fmla="*/ 1011536 w 5441094"/>
              <a:gd name="connsiteY8" fmla="*/ 4672552 h 4721980"/>
              <a:gd name="connsiteX9" fmla="*/ 982363 w 5441094"/>
              <a:gd name="connsiteY9" fmla="*/ 1120204 h 4721980"/>
              <a:gd name="connsiteX10" fmla="*/ 1964725 w 5441094"/>
              <a:gd name="connsiteY10" fmla="*/ 2813933 h 4721980"/>
              <a:gd name="connsiteX11" fmla="*/ 0 w 5441094"/>
              <a:gd name="connsiteY11" fmla="*/ 2813933 h 4721980"/>
              <a:gd name="connsiteX12" fmla="*/ 3816180 w 5441094"/>
              <a:gd name="connsiteY12" fmla="*/ 12357 h 4721980"/>
              <a:gd name="connsiteX13" fmla="*/ 5441094 w 5441094"/>
              <a:gd name="connsiteY13" fmla="*/ 2813933 h 4721980"/>
              <a:gd name="connsiteX14" fmla="*/ 2191266 w 5441094"/>
              <a:gd name="connsiteY14" fmla="*/ 2813933 h 4721980"/>
              <a:gd name="connsiteX15" fmla="*/ 465439 w 5441094"/>
              <a:gd name="connsiteY15" fmla="*/ 0 h 4721980"/>
              <a:gd name="connsiteX16" fmla="*/ 3715267 w 5441094"/>
              <a:gd name="connsiteY16" fmla="*/ 0 h 4721980"/>
              <a:gd name="connsiteX17" fmla="*/ 2090353 w 5441094"/>
              <a:gd name="connsiteY17" fmla="*/ 2801576 h 4721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441094" h="4721980">
                <a:moveTo>
                  <a:pt x="2090352" y="2977952"/>
                </a:moveTo>
                <a:lnTo>
                  <a:pt x="3101888" y="4721980"/>
                </a:lnTo>
                <a:lnTo>
                  <a:pt x="1078816" y="4721980"/>
                </a:lnTo>
                <a:close/>
                <a:moveTo>
                  <a:pt x="2191267" y="2940880"/>
                </a:moveTo>
                <a:lnTo>
                  <a:pt x="4155992" y="2940880"/>
                </a:lnTo>
                <a:lnTo>
                  <a:pt x="3173629" y="4634609"/>
                </a:lnTo>
                <a:close/>
                <a:moveTo>
                  <a:pt x="0" y="2928524"/>
                </a:moveTo>
                <a:lnTo>
                  <a:pt x="2023072" y="2928524"/>
                </a:lnTo>
                <a:lnTo>
                  <a:pt x="1011536" y="4672552"/>
                </a:lnTo>
                <a:close/>
                <a:moveTo>
                  <a:pt x="982363" y="1120204"/>
                </a:moveTo>
                <a:lnTo>
                  <a:pt x="1964725" y="2813933"/>
                </a:lnTo>
                <a:lnTo>
                  <a:pt x="0" y="2813933"/>
                </a:lnTo>
                <a:close/>
                <a:moveTo>
                  <a:pt x="3816180" y="12357"/>
                </a:moveTo>
                <a:lnTo>
                  <a:pt x="5441094" y="2813933"/>
                </a:lnTo>
                <a:lnTo>
                  <a:pt x="2191266" y="2813933"/>
                </a:lnTo>
                <a:close/>
                <a:moveTo>
                  <a:pt x="465439" y="0"/>
                </a:moveTo>
                <a:lnTo>
                  <a:pt x="3715267" y="0"/>
                </a:lnTo>
                <a:lnTo>
                  <a:pt x="2090353" y="28015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4584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C24402-8447-448E-89E3-183EBB1DA00D}"/>
              </a:ext>
            </a:extLst>
          </p:cNvPr>
          <p:cNvSpPr/>
          <p:nvPr userDrawn="1"/>
        </p:nvSpPr>
        <p:spPr>
          <a:xfrm>
            <a:off x="0" y="2996952"/>
            <a:ext cx="12192000" cy="18722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E4CF9D97-FAE0-4B0A-A30C-8936E46C66B2}"/>
              </a:ext>
            </a:extLst>
          </p:cNvPr>
          <p:cNvGrpSpPr/>
          <p:nvPr userDrawn="1"/>
        </p:nvGrpSpPr>
        <p:grpSpPr>
          <a:xfrm>
            <a:off x="4763852" y="1553600"/>
            <a:ext cx="2664296" cy="4683693"/>
            <a:chOff x="445712" y="1449040"/>
            <a:chExt cx="2113018" cy="3924176"/>
          </a:xfrm>
        </p:grpSpPr>
        <p:sp>
          <p:nvSpPr>
            <p:cNvPr id="6" name="Rounded Rectangle 7">
              <a:extLst>
                <a:ext uri="{FF2B5EF4-FFF2-40B4-BE49-F238E27FC236}">
                  <a16:creationId xmlns:a16="http://schemas.microsoft.com/office/drawing/2014/main" id="{A665FA86-6430-4D7E-ABCB-4F8C3E52E09B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53DAFBD2-84EC-4D6B-80BE-DA2118509069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78866A3A-5A93-49E6-8DE2-C98FC661D430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11">
                <a:extLst>
                  <a:ext uri="{FF2B5EF4-FFF2-40B4-BE49-F238E27FC236}">
                    <a16:creationId xmlns:a16="http://schemas.microsoft.com/office/drawing/2014/main" id="{EB10029A-074D-4812-8AB6-62EF3ED73579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0" name="Rounded Rectangle 12">
                <a:extLst>
                  <a:ext uri="{FF2B5EF4-FFF2-40B4-BE49-F238E27FC236}">
                    <a16:creationId xmlns:a16="http://schemas.microsoft.com/office/drawing/2014/main" id="{BE572564-2A3A-45E0-93B7-2FB78757998F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42F8FDE-91AA-45DB-A05E-7507C27F30F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951770" y="1965170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5389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112FC24-B0BB-43AE-AB6F-2F8A6318C976}"/>
              </a:ext>
            </a:extLst>
          </p:cNvPr>
          <p:cNvGrpSpPr/>
          <p:nvPr userDrawn="1"/>
        </p:nvGrpSpPr>
        <p:grpSpPr>
          <a:xfrm flipH="1">
            <a:off x="486250" y="477136"/>
            <a:ext cx="11704320" cy="5935130"/>
            <a:chOff x="-161213" y="477136"/>
            <a:chExt cx="11704320" cy="593513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02B0099-32CD-4A9E-A010-EB75F1B7AD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477136"/>
              <a:ext cx="11704320" cy="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6FFECB2-D63A-4DED-B565-1B5EC1C6DBC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43107" y="477136"/>
              <a:ext cx="0" cy="593513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23856D-6F4B-428C-8039-92BC2469A81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6392850"/>
              <a:ext cx="11704320" cy="13272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13480D-83E6-465D-B9EC-FA0799699FB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268686" y="0"/>
            <a:ext cx="6923314" cy="6858000"/>
          </a:xfrm>
          <a:custGeom>
            <a:avLst/>
            <a:gdLst>
              <a:gd name="connsiteX0" fmla="*/ 1714500 w 6923314"/>
              <a:gd name="connsiteY0" fmla="*/ 0 h 6858000"/>
              <a:gd name="connsiteX1" fmla="*/ 6923314 w 6923314"/>
              <a:gd name="connsiteY1" fmla="*/ 0 h 6858000"/>
              <a:gd name="connsiteX2" fmla="*/ 6923314 w 6923314"/>
              <a:gd name="connsiteY2" fmla="*/ 1637212 h 6858000"/>
              <a:gd name="connsiteX3" fmla="*/ 5618117 w 6923314"/>
              <a:gd name="connsiteY3" fmla="*/ 6858000 h 6858000"/>
              <a:gd name="connsiteX4" fmla="*/ 0 w 692331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1714500" y="0"/>
                </a:moveTo>
                <a:lnTo>
                  <a:pt x="6923314" y="0"/>
                </a:lnTo>
                <a:lnTo>
                  <a:pt x="6923314" y="1637212"/>
                </a:lnTo>
                <a:lnTo>
                  <a:pt x="561811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869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6" r:id="rId2"/>
    <p:sldLayoutId id="2147483668" r:id="rId3"/>
    <p:sldLayoutId id="2147483669" r:id="rId4"/>
    <p:sldLayoutId id="2147483675" r:id="rId5"/>
    <p:sldLayoutId id="2147483671" r:id="rId6"/>
    <p:sldLayoutId id="2147483672" r:id="rId7"/>
    <p:sldLayoutId id="2147483673" r:id="rId8"/>
    <p:sldLayoutId id="2147483674" r:id="rId9"/>
    <p:sldLayoutId id="2147483676" r:id="rId10"/>
    <p:sldLayoutId id="2147483665" r:id="rId11"/>
    <p:sldLayoutId id="2147483677" r:id="rId12"/>
    <p:sldLayoutId id="2147483681" r:id="rId13"/>
    <p:sldLayoutId id="2147483678" r:id="rId14"/>
    <p:sldLayoutId id="214748368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rarLorena27/proiect-final/blob/main/main.py" TargetMode="External"/><Relationship Id="rId2" Type="http://schemas.openxmlformats.org/officeDocument/2006/relationships/hyperlink" Target="https://kb.cunbm.utcluj.ro/mod/scorm/player.php" TargetMode="Externa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E2BF505-7DE6-4F49-BE53-8357C3CFAD67}"/>
              </a:ext>
            </a:extLst>
          </p:cNvPr>
          <p:cNvGrpSpPr/>
          <p:nvPr/>
        </p:nvGrpSpPr>
        <p:grpSpPr>
          <a:xfrm>
            <a:off x="10046387" y="194480"/>
            <a:ext cx="1684599" cy="413563"/>
            <a:chOff x="864753" y="5755727"/>
            <a:chExt cx="1544830" cy="413563"/>
          </a:xfrm>
        </p:grpSpPr>
        <p:sp>
          <p:nvSpPr>
            <p:cNvPr id="9" name="Rounded Rectangle 7">
              <a:extLst>
                <a:ext uri="{FF2B5EF4-FFF2-40B4-BE49-F238E27FC236}">
                  <a16:creationId xmlns:a16="http://schemas.microsoft.com/office/drawing/2014/main" id="{76510AC1-6796-4AAE-826B-82E3C6C83F08}"/>
                </a:ext>
              </a:extLst>
            </p:cNvPr>
            <p:cNvSpPr/>
            <p:nvPr/>
          </p:nvSpPr>
          <p:spPr>
            <a:xfrm>
              <a:off x="864753" y="5755727"/>
              <a:ext cx="1544830" cy="41356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AA9B7A6-AA04-48A1-8F03-8478DA0AB4E2}"/>
                </a:ext>
              </a:extLst>
            </p:cNvPr>
            <p:cNvSpPr/>
            <p:nvPr/>
          </p:nvSpPr>
          <p:spPr>
            <a:xfrm>
              <a:off x="1584900" y="5839450"/>
              <a:ext cx="493113" cy="238870"/>
            </a:xfrm>
            <a:custGeom>
              <a:avLst/>
              <a:gdLst>
                <a:gd name="connsiteX0" fmla="*/ 208619 w 476008"/>
                <a:gd name="connsiteY0" fmla="*/ 31142 h 184091"/>
                <a:gd name="connsiteX1" fmla="*/ 208619 w 476008"/>
                <a:gd name="connsiteY1" fmla="*/ 83381 h 184091"/>
                <a:gd name="connsiteX2" fmla="*/ 228962 w 476008"/>
                <a:gd name="connsiteY2" fmla="*/ 83381 h 184091"/>
                <a:gd name="connsiteX3" fmla="*/ 258347 w 476008"/>
                <a:gd name="connsiteY3" fmla="*/ 80493 h 184091"/>
                <a:gd name="connsiteX4" fmla="*/ 269962 w 476008"/>
                <a:gd name="connsiteY4" fmla="*/ 71452 h 184091"/>
                <a:gd name="connsiteX5" fmla="*/ 274169 w 476008"/>
                <a:gd name="connsiteY5" fmla="*/ 57136 h 184091"/>
                <a:gd name="connsiteX6" fmla="*/ 268267 w 476008"/>
                <a:gd name="connsiteY6" fmla="*/ 40560 h 184091"/>
                <a:gd name="connsiteX7" fmla="*/ 253324 w 476008"/>
                <a:gd name="connsiteY7" fmla="*/ 32398 h 184091"/>
                <a:gd name="connsiteX8" fmla="*/ 226576 w 476008"/>
                <a:gd name="connsiteY8" fmla="*/ 31142 h 184091"/>
                <a:gd name="connsiteX9" fmla="*/ 37169 w 476008"/>
                <a:gd name="connsiteY9" fmla="*/ 31142 h 184091"/>
                <a:gd name="connsiteX10" fmla="*/ 37169 w 476008"/>
                <a:gd name="connsiteY10" fmla="*/ 83381 h 184091"/>
                <a:gd name="connsiteX11" fmla="*/ 57512 w 476008"/>
                <a:gd name="connsiteY11" fmla="*/ 83381 h 184091"/>
                <a:gd name="connsiteX12" fmla="*/ 86897 w 476008"/>
                <a:gd name="connsiteY12" fmla="*/ 80493 h 184091"/>
                <a:gd name="connsiteX13" fmla="*/ 98512 w 476008"/>
                <a:gd name="connsiteY13" fmla="*/ 71452 h 184091"/>
                <a:gd name="connsiteX14" fmla="*/ 102719 w 476008"/>
                <a:gd name="connsiteY14" fmla="*/ 57136 h 184091"/>
                <a:gd name="connsiteX15" fmla="*/ 96817 w 476008"/>
                <a:gd name="connsiteY15" fmla="*/ 40560 h 184091"/>
                <a:gd name="connsiteX16" fmla="*/ 81874 w 476008"/>
                <a:gd name="connsiteY16" fmla="*/ 32398 h 184091"/>
                <a:gd name="connsiteX17" fmla="*/ 55126 w 476008"/>
                <a:gd name="connsiteY17" fmla="*/ 31142 h 184091"/>
                <a:gd name="connsiteX18" fmla="*/ 329714 w 476008"/>
                <a:gd name="connsiteY18" fmla="*/ 0 h 184091"/>
                <a:gd name="connsiteX19" fmla="*/ 476008 w 476008"/>
                <a:gd name="connsiteY19" fmla="*/ 0 h 184091"/>
                <a:gd name="connsiteX20" fmla="*/ 476008 w 476008"/>
                <a:gd name="connsiteY20" fmla="*/ 31142 h 184091"/>
                <a:gd name="connsiteX21" fmla="*/ 421509 w 476008"/>
                <a:gd name="connsiteY21" fmla="*/ 31142 h 184091"/>
                <a:gd name="connsiteX22" fmla="*/ 421509 w 476008"/>
                <a:gd name="connsiteY22" fmla="*/ 184091 h 184091"/>
                <a:gd name="connsiteX23" fmla="*/ 384339 w 476008"/>
                <a:gd name="connsiteY23" fmla="*/ 184091 h 184091"/>
                <a:gd name="connsiteX24" fmla="*/ 384339 w 476008"/>
                <a:gd name="connsiteY24" fmla="*/ 31142 h 184091"/>
                <a:gd name="connsiteX25" fmla="*/ 329714 w 476008"/>
                <a:gd name="connsiteY25" fmla="*/ 31142 h 184091"/>
                <a:gd name="connsiteX26" fmla="*/ 171450 w 476008"/>
                <a:gd name="connsiteY26" fmla="*/ 0 h 184091"/>
                <a:gd name="connsiteX27" fmla="*/ 231097 w 476008"/>
                <a:gd name="connsiteY27" fmla="*/ 0 h 184091"/>
                <a:gd name="connsiteX28" fmla="*/ 275299 w 476008"/>
                <a:gd name="connsiteY28" fmla="*/ 2763 h 184091"/>
                <a:gd name="connsiteX29" fmla="*/ 301795 w 476008"/>
                <a:gd name="connsiteY29" fmla="*/ 20783 h 184091"/>
                <a:gd name="connsiteX30" fmla="*/ 312469 w 476008"/>
                <a:gd name="connsiteY30" fmla="*/ 56634 h 184091"/>
                <a:gd name="connsiteX31" fmla="*/ 306316 w 476008"/>
                <a:gd name="connsiteY31" fmla="*/ 85139 h 184091"/>
                <a:gd name="connsiteX32" fmla="*/ 290682 w 476008"/>
                <a:gd name="connsiteY32" fmla="*/ 103285 h 184091"/>
                <a:gd name="connsiteX33" fmla="*/ 271406 w 476008"/>
                <a:gd name="connsiteY33" fmla="*/ 112012 h 184091"/>
                <a:gd name="connsiteX34" fmla="*/ 232855 w 476008"/>
                <a:gd name="connsiteY34" fmla="*/ 114649 h 184091"/>
                <a:gd name="connsiteX35" fmla="*/ 208619 w 476008"/>
                <a:gd name="connsiteY35" fmla="*/ 114649 h 184091"/>
                <a:gd name="connsiteX36" fmla="*/ 208619 w 476008"/>
                <a:gd name="connsiteY36" fmla="*/ 184091 h 184091"/>
                <a:gd name="connsiteX37" fmla="*/ 171450 w 476008"/>
                <a:gd name="connsiteY37" fmla="*/ 184091 h 184091"/>
                <a:gd name="connsiteX38" fmla="*/ 0 w 476008"/>
                <a:gd name="connsiteY38" fmla="*/ 0 h 184091"/>
                <a:gd name="connsiteX39" fmla="*/ 59647 w 476008"/>
                <a:gd name="connsiteY39" fmla="*/ 0 h 184091"/>
                <a:gd name="connsiteX40" fmla="*/ 103849 w 476008"/>
                <a:gd name="connsiteY40" fmla="*/ 2763 h 184091"/>
                <a:gd name="connsiteX41" fmla="*/ 130345 w 476008"/>
                <a:gd name="connsiteY41" fmla="*/ 20783 h 184091"/>
                <a:gd name="connsiteX42" fmla="*/ 141019 w 476008"/>
                <a:gd name="connsiteY42" fmla="*/ 56634 h 184091"/>
                <a:gd name="connsiteX43" fmla="*/ 134866 w 476008"/>
                <a:gd name="connsiteY43" fmla="*/ 85139 h 184091"/>
                <a:gd name="connsiteX44" fmla="*/ 119232 w 476008"/>
                <a:gd name="connsiteY44" fmla="*/ 103285 h 184091"/>
                <a:gd name="connsiteX45" fmla="*/ 99956 w 476008"/>
                <a:gd name="connsiteY45" fmla="*/ 112012 h 184091"/>
                <a:gd name="connsiteX46" fmla="*/ 61405 w 476008"/>
                <a:gd name="connsiteY46" fmla="*/ 114649 h 184091"/>
                <a:gd name="connsiteX47" fmla="*/ 37169 w 476008"/>
                <a:gd name="connsiteY47" fmla="*/ 114649 h 184091"/>
                <a:gd name="connsiteX48" fmla="*/ 37169 w 476008"/>
                <a:gd name="connsiteY48" fmla="*/ 184091 h 184091"/>
                <a:gd name="connsiteX49" fmla="*/ 0 w 476008"/>
                <a:gd name="connsiteY49" fmla="*/ 184091 h 18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76008" h="184091">
                  <a:moveTo>
                    <a:pt x="208619" y="31142"/>
                  </a:moveTo>
                  <a:lnTo>
                    <a:pt x="208619" y="83381"/>
                  </a:lnTo>
                  <a:lnTo>
                    <a:pt x="228962" y="83381"/>
                  </a:lnTo>
                  <a:cubicBezTo>
                    <a:pt x="243613" y="83381"/>
                    <a:pt x="253407" y="82418"/>
                    <a:pt x="258347" y="80493"/>
                  </a:cubicBezTo>
                  <a:cubicBezTo>
                    <a:pt x="263286" y="78567"/>
                    <a:pt x="267158" y="75554"/>
                    <a:pt x="269962" y="71452"/>
                  </a:cubicBezTo>
                  <a:cubicBezTo>
                    <a:pt x="272767" y="67350"/>
                    <a:pt x="274169" y="62578"/>
                    <a:pt x="274169" y="57136"/>
                  </a:cubicBezTo>
                  <a:cubicBezTo>
                    <a:pt x="274169" y="50439"/>
                    <a:pt x="272202" y="44914"/>
                    <a:pt x="268267" y="40560"/>
                  </a:cubicBezTo>
                  <a:cubicBezTo>
                    <a:pt x="264332" y="36207"/>
                    <a:pt x="259351" y="33486"/>
                    <a:pt x="253324" y="32398"/>
                  </a:cubicBezTo>
                  <a:cubicBezTo>
                    <a:pt x="248887" y="31561"/>
                    <a:pt x="239971" y="31142"/>
                    <a:pt x="226576" y="31142"/>
                  </a:cubicBezTo>
                  <a:close/>
                  <a:moveTo>
                    <a:pt x="37169" y="31142"/>
                  </a:moveTo>
                  <a:lnTo>
                    <a:pt x="37169" y="83381"/>
                  </a:lnTo>
                  <a:lnTo>
                    <a:pt x="57512" y="83381"/>
                  </a:lnTo>
                  <a:cubicBezTo>
                    <a:pt x="72163" y="83381"/>
                    <a:pt x="81957" y="82418"/>
                    <a:pt x="86897" y="80493"/>
                  </a:cubicBezTo>
                  <a:cubicBezTo>
                    <a:pt x="91836" y="78567"/>
                    <a:pt x="95708" y="75554"/>
                    <a:pt x="98512" y="71452"/>
                  </a:cubicBezTo>
                  <a:cubicBezTo>
                    <a:pt x="101317" y="67350"/>
                    <a:pt x="102719" y="62578"/>
                    <a:pt x="102719" y="57136"/>
                  </a:cubicBezTo>
                  <a:cubicBezTo>
                    <a:pt x="102719" y="50439"/>
                    <a:pt x="100752" y="44914"/>
                    <a:pt x="96817" y="40560"/>
                  </a:cubicBezTo>
                  <a:cubicBezTo>
                    <a:pt x="92882" y="36207"/>
                    <a:pt x="87901" y="33486"/>
                    <a:pt x="81874" y="32398"/>
                  </a:cubicBezTo>
                  <a:cubicBezTo>
                    <a:pt x="77437" y="31561"/>
                    <a:pt x="68521" y="31142"/>
                    <a:pt x="55126" y="31142"/>
                  </a:cubicBezTo>
                  <a:close/>
                  <a:moveTo>
                    <a:pt x="329714" y="0"/>
                  </a:moveTo>
                  <a:lnTo>
                    <a:pt x="476008" y="0"/>
                  </a:lnTo>
                  <a:lnTo>
                    <a:pt x="476008" y="31142"/>
                  </a:lnTo>
                  <a:lnTo>
                    <a:pt x="421509" y="31142"/>
                  </a:lnTo>
                  <a:lnTo>
                    <a:pt x="421509" y="184091"/>
                  </a:lnTo>
                  <a:lnTo>
                    <a:pt x="384339" y="184091"/>
                  </a:lnTo>
                  <a:lnTo>
                    <a:pt x="384339" y="31142"/>
                  </a:lnTo>
                  <a:lnTo>
                    <a:pt x="329714" y="31142"/>
                  </a:lnTo>
                  <a:close/>
                  <a:moveTo>
                    <a:pt x="171450" y="0"/>
                  </a:moveTo>
                  <a:lnTo>
                    <a:pt x="231097" y="0"/>
                  </a:lnTo>
                  <a:cubicBezTo>
                    <a:pt x="253700" y="0"/>
                    <a:pt x="268434" y="921"/>
                    <a:pt x="275299" y="2763"/>
                  </a:cubicBezTo>
                  <a:cubicBezTo>
                    <a:pt x="285847" y="5525"/>
                    <a:pt x="294679" y="11532"/>
                    <a:pt x="301795" y="20783"/>
                  </a:cubicBezTo>
                  <a:cubicBezTo>
                    <a:pt x="308911" y="30033"/>
                    <a:pt x="312469" y="41984"/>
                    <a:pt x="312469" y="56634"/>
                  </a:cubicBezTo>
                  <a:cubicBezTo>
                    <a:pt x="312469" y="67936"/>
                    <a:pt x="310418" y="77437"/>
                    <a:pt x="306316" y="85139"/>
                  </a:cubicBezTo>
                  <a:cubicBezTo>
                    <a:pt x="302214" y="92841"/>
                    <a:pt x="297002" y="98889"/>
                    <a:pt x="290682" y="103285"/>
                  </a:cubicBezTo>
                  <a:cubicBezTo>
                    <a:pt x="284361" y="107680"/>
                    <a:pt x="277936" y="110589"/>
                    <a:pt x="271406" y="112012"/>
                  </a:cubicBezTo>
                  <a:cubicBezTo>
                    <a:pt x="262532" y="113770"/>
                    <a:pt x="249682" y="114649"/>
                    <a:pt x="232855" y="114649"/>
                  </a:cubicBezTo>
                  <a:lnTo>
                    <a:pt x="208619" y="114649"/>
                  </a:lnTo>
                  <a:lnTo>
                    <a:pt x="208619" y="184091"/>
                  </a:lnTo>
                  <a:lnTo>
                    <a:pt x="171450" y="184091"/>
                  </a:lnTo>
                  <a:close/>
                  <a:moveTo>
                    <a:pt x="0" y="0"/>
                  </a:moveTo>
                  <a:lnTo>
                    <a:pt x="59647" y="0"/>
                  </a:lnTo>
                  <a:cubicBezTo>
                    <a:pt x="82250" y="0"/>
                    <a:pt x="96984" y="921"/>
                    <a:pt x="103849" y="2763"/>
                  </a:cubicBezTo>
                  <a:cubicBezTo>
                    <a:pt x="114397" y="5525"/>
                    <a:pt x="123229" y="11532"/>
                    <a:pt x="130345" y="20783"/>
                  </a:cubicBezTo>
                  <a:cubicBezTo>
                    <a:pt x="137461" y="30033"/>
                    <a:pt x="141019" y="41984"/>
                    <a:pt x="141019" y="56634"/>
                  </a:cubicBezTo>
                  <a:cubicBezTo>
                    <a:pt x="141019" y="67936"/>
                    <a:pt x="138968" y="77437"/>
                    <a:pt x="134866" y="85139"/>
                  </a:cubicBezTo>
                  <a:cubicBezTo>
                    <a:pt x="130764" y="92841"/>
                    <a:pt x="125552" y="98889"/>
                    <a:pt x="119232" y="103285"/>
                  </a:cubicBezTo>
                  <a:cubicBezTo>
                    <a:pt x="112911" y="107680"/>
                    <a:pt x="106486" y="110589"/>
                    <a:pt x="99956" y="112012"/>
                  </a:cubicBezTo>
                  <a:cubicBezTo>
                    <a:pt x="91082" y="113770"/>
                    <a:pt x="78232" y="114649"/>
                    <a:pt x="61405" y="114649"/>
                  </a:cubicBezTo>
                  <a:lnTo>
                    <a:pt x="37169" y="114649"/>
                  </a:lnTo>
                  <a:lnTo>
                    <a:pt x="37169" y="184091"/>
                  </a:lnTo>
                  <a:lnTo>
                    <a:pt x="0" y="18409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B1FA3CF-9802-4908-BF1F-FFF6919AFED7}"/>
                </a:ext>
              </a:extLst>
            </p:cNvPr>
            <p:cNvSpPr/>
            <p:nvPr/>
          </p:nvSpPr>
          <p:spPr>
            <a:xfrm>
              <a:off x="1095829" y="5851239"/>
              <a:ext cx="164495" cy="228600"/>
            </a:xfrm>
            <a:custGeom>
              <a:avLst/>
              <a:gdLst>
                <a:gd name="connsiteX0" fmla="*/ 0 w 164495"/>
                <a:gd name="connsiteY0" fmla="*/ 208038 h 212876"/>
                <a:gd name="connsiteX1" fmla="*/ 79828 w 164495"/>
                <a:gd name="connsiteY1" fmla="*/ 0 h 212876"/>
                <a:gd name="connsiteX2" fmla="*/ 164495 w 164495"/>
                <a:gd name="connsiteY2" fmla="*/ 212876 h 212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495" h="212876">
                  <a:moveTo>
                    <a:pt x="0" y="208038"/>
                  </a:moveTo>
                  <a:lnTo>
                    <a:pt x="79828" y="0"/>
                  </a:lnTo>
                  <a:lnTo>
                    <a:pt x="164495" y="212876"/>
                  </a:ln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67BCD5F-023B-4928-A8BA-960BE01DD3FA}"/>
                </a:ext>
              </a:extLst>
            </p:cNvPr>
            <p:cNvSpPr/>
            <p:nvPr/>
          </p:nvSpPr>
          <p:spPr>
            <a:xfrm>
              <a:off x="1301554" y="5851239"/>
              <a:ext cx="101600" cy="228600"/>
            </a:xfrm>
            <a:custGeom>
              <a:avLst/>
              <a:gdLst>
                <a:gd name="connsiteX0" fmla="*/ 4838 w 101600"/>
                <a:gd name="connsiteY0" fmla="*/ 0 h 220133"/>
                <a:gd name="connsiteX1" fmla="*/ 0 w 101600"/>
                <a:gd name="connsiteY1" fmla="*/ 220133 h 220133"/>
                <a:gd name="connsiteX2" fmla="*/ 101600 w 101600"/>
                <a:gd name="connsiteY2" fmla="*/ 220133 h 22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600" h="220133">
                  <a:moveTo>
                    <a:pt x="4838" y="0"/>
                  </a:moveTo>
                  <a:lnTo>
                    <a:pt x="0" y="220133"/>
                  </a:lnTo>
                  <a:lnTo>
                    <a:pt x="101600" y="220133"/>
                  </a:ln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9E83D94-2B8F-4267-A14B-28F4B1D232E9}"/>
                </a:ext>
              </a:extLst>
            </p:cNvPr>
            <p:cNvSpPr/>
            <p:nvPr/>
          </p:nvSpPr>
          <p:spPr>
            <a:xfrm>
              <a:off x="1444384" y="5851239"/>
              <a:ext cx="101600" cy="228600"/>
            </a:xfrm>
            <a:custGeom>
              <a:avLst/>
              <a:gdLst>
                <a:gd name="connsiteX0" fmla="*/ 4838 w 101600"/>
                <a:gd name="connsiteY0" fmla="*/ 0 h 220133"/>
                <a:gd name="connsiteX1" fmla="*/ 0 w 101600"/>
                <a:gd name="connsiteY1" fmla="*/ 220133 h 220133"/>
                <a:gd name="connsiteX2" fmla="*/ 101600 w 101600"/>
                <a:gd name="connsiteY2" fmla="*/ 220133 h 22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600" h="220133">
                  <a:moveTo>
                    <a:pt x="4838" y="0"/>
                  </a:moveTo>
                  <a:lnTo>
                    <a:pt x="0" y="220133"/>
                  </a:lnTo>
                  <a:lnTo>
                    <a:pt x="101600" y="220133"/>
                  </a:ln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9FB9A1-EA5C-4B9A-9354-78F7C28542B6}"/>
                </a:ext>
              </a:extLst>
            </p:cNvPr>
            <p:cNvSpPr/>
            <p:nvPr/>
          </p:nvSpPr>
          <p:spPr>
            <a:xfrm>
              <a:off x="2040716" y="6018447"/>
              <a:ext cx="200512" cy="61391"/>
            </a:xfrm>
            <a:custGeom>
              <a:avLst/>
              <a:gdLst>
                <a:gd name="connsiteX0" fmla="*/ 0 w 253314"/>
                <a:gd name="connsiteY0" fmla="*/ 61903 h 77558"/>
                <a:gd name="connsiteX1" fmla="*/ 14375 w 253314"/>
                <a:gd name="connsiteY1" fmla="*/ 61903 h 77558"/>
                <a:gd name="connsiteX2" fmla="*/ 14375 w 253314"/>
                <a:gd name="connsiteY2" fmla="*/ 76279 h 77558"/>
                <a:gd name="connsiteX3" fmla="*/ 0 w 253314"/>
                <a:gd name="connsiteY3" fmla="*/ 76279 h 77558"/>
                <a:gd name="connsiteX4" fmla="*/ 138233 w 253314"/>
                <a:gd name="connsiteY4" fmla="*/ 12944 h 77558"/>
                <a:gd name="connsiteX5" fmla="*/ 123141 w 253314"/>
                <a:gd name="connsiteY5" fmla="*/ 19364 h 77558"/>
                <a:gd name="connsiteX6" fmla="*/ 117411 w 253314"/>
                <a:gd name="connsiteY6" fmla="*/ 38728 h 77558"/>
                <a:gd name="connsiteX7" fmla="*/ 123294 w 253314"/>
                <a:gd name="connsiteY7" fmla="*/ 58041 h 77558"/>
                <a:gd name="connsiteX8" fmla="*/ 138233 w 253314"/>
                <a:gd name="connsiteY8" fmla="*/ 64615 h 77558"/>
                <a:gd name="connsiteX9" fmla="*/ 153095 w 253314"/>
                <a:gd name="connsiteY9" fmla="*/ 58092 h 77558"/>
                <a:gd name="connsiteX10" fmla="*/ 158902 w 253314"/>
                <a:gd name="connsiteY10" fmla="*/ 38523 h 77558"/>
                <a:gd name="connsiteX11" fmla="*/ 153248 w 253314"/>
                <a:gd name="connsiteY11" fmla="*/ 19287 h 77558"/>
                <a:gd name="connsiteX12" fmla="*/ 138233 w 253314"/>
                <a:gd name="connsiteY12" fmla="*/ 12944 h 77558"/>
                <a:gd name="connsiteX13" fmla="*/ 180872 w 253314"/>
                <a:gd name="connsiteY13" fmla="*/ 1279 h 77558"/>
                <a:gd name="connsiteX14" fmla="*/ 203536 w 253314"/>
                <a:gd name="connsiteY14" fmla="*/ 1279 h 77558"/>
                <a:gd name="connsiteX15" fmla="*/ 217144 w 253314"/>
                <a:gd name="connsiteY15" fmla="*/ 52439 h 77558"/>
                <a:gd name="connsiteX16" fmla="*/ 230599 w 253314"/>
                <a:gd name="connsiteY16" fmla="*/ 1279 h 77558"/>
                <a:gd name="connsiteX17" fmla="*/ 253314 w 253314"/>
                <a:gd name="connsiteY17" fmla="*/ 1279 h 77558"/>
                <a:gd name="connsiteX18" fmla="*/ 253314 w 253314"/>
                <a:gd name="connsiteY18" fmla="*/ 76279 h 77558"/>
                <a:gd name="connsiteX19" fmla="*/ 239245 w 253314"/>
                <a:gd name="connsiteY19" fmla="*/ 76279 h 77558"/>
                <a:gd name="connsiteX20" fmla="*/ 239245 w 253314"/>
                <a:gd name="connsiteY20" fmla="*/ 17241 h 77558"/>
                <a:gd name="connsiteX21" fmla="*/ 224358 w 253314"/>
                <a:gd name="connsiteY21" fmla="*/ 76279 h 77558"/>
                <a:gd name="connsiteX22" fmla="*/ 209778 w 253314"/>
                <a:gd name="connsiteY22" fmla="*/ 76279 h 77558"/>
                <a:gd name="connsiteX23" fmla="*/ 194941 w 253314"/>
                <a:gd name="connsiteY23" fmla="*/ 17241 h 77558"/>
                <a:gd name="connsiteX24" fmla="*/ 194941 w 253314"/>
                <a:gd name="connsiteY24" fmla="*/ 76279 h 77558"/>
                <a:gd name="connsiteX25" fmla="*/ 180872 w 253314"/>
                <a:gd name="connsiteY25" fmla="*/ 76279 h 77558"/>
                <a:gd name="connsiteX26" fmla="*/ 138080 w 253314"/>
                <a:gd name="connsiteY26" fmla="*/ 0 h 77558"/>
                <a:gd name="connsiteX27" fmla="*/ 164606 w 253314"/>
                <a:gd name="connsiteY27" fmla="*/ 10283 h 77558"/>
                <a:gd name="connsiteX28" fmla="*/ 174556 w 253314"/>
                <a:gd name="connsiteY28" fmla="*/ 38882 h 77558"/>
                <a:gd name="connsiteX29" fmla="*/ 164683 w 253314"/>
                <a:gd name="connsiteY29" fmla="*/ 67301 h 77558"/>
                <a:gd name="connsiteX30" fmla="*/ 138284 w 253314"/>
                <a:gd name="connsiteY30" fmla="*/ 77558 h 77558"/>
                <a:gd name="connsiteX31" fmla="*/ 111681 w 253314"/>
                <a:gd name="connsiteY31" fmla="*/ 67352 h 77558"/>
                <a:gd name="connsiteX32" fmla="*/ 101807 w 253314"/>
                <a:gd name="connsiteY32" fmla="*/ 39240 h 77558"/>
                <a:gd name="connsiteX33" fmla="*/ 105235 w 253314"/>
                <a:gd name="connsiteY33" fmla="*/ 20004 h 77558"/>
                <a:gd name="connsiteX34" fmla="*/ 112218 w 253314"/>
                <a:gd name="connsiteY34" fmla="*/ 9721 h 77558"/>
                <a:gd name="connsiteX35" fmla="*/ 121913 w 253314"/>
                <a:gd name="connsiteY35" fmla="*/ 2967 h 77558"/>
                <a:gd name="connsiteX36" fmla="*/ 138080 w 253314"/>
                <a:gd name="connsiteY36" fmla="*/ 0 h 77558"/>
                <a:gd name="connsiteX37" fmla="*/ 61112 w 253314"/>
                <a:gd name="connsiteY37" fmla="*/ 0 h 77558"/>
                <a:gd name="connsiteX38" fmla="*/ 83469 w 253314"/>
                <a:gd name="connsiteY38" fmla="*/ 8135 h 77558"/>
                <a:gd name="connsiteX39" fmla="*/ 91143 w 253314"/>
                <a:gd name="connsiteY39" fmla="*/ 21948 h 77558"/>
                <a:gd name="connsiteX40" fmla="*/ 76153 w 253314"/>
                <a:gd name="connsiteY40" fmla="*/ 25529 h 77558"/>
                <a:gd name="connsiteX41" fmla="*/ 70602 w 253314"/>
                <a:gd name="connsiteY41" fmla="*/ 16320 h 77558"/>
                <a:gd name="connsiteX42" fmla="*/ 60345 w 253314"/>
                <a:gd name="connsiteY42" fmla="*/ 12944 h 77558"/>
                <a:gd name="connsiteX43" fmla="*/ 46813 w 253314"/>
                <a:gd name="connsiteY43" fmla="*/ 18929 h 77558"/>
                <a:gd name="connsiteX44" fmla="*/ 41620 w 253314"/>
                <a:gd name="connsiteY44" fmla="*/ 38319 h 77558"/>
                <a:gd name="connsiteX45" fmla="*/ 46736 w 253314"/>
                <a:gd name="connsiteY45" fmla="*/ 58578 h 77558"/>
                <a:gd name="connsiteX46" fmla="*/ 60038 w 253314"/>
                <a:gd name="connsiteY46" fmla="*/ 64615 h 77558"/>
                <a:gd name="connsiteX47" fmla="*/ 70423 w 253314"/>
                <a:gd name="connsiteY47" fmla="*/ 60778 h 77558"/>
                <a:gd name="connsiteX48" fmla="*/ 76665 w 253314"/>
                <a:gd name="connsiteY48" fmla="*/ 48704 h 77558"/>
                <a:gd name="connsiteX49" fmla="*/ 91348 w 253314"/>
                <a:gd name="connsiteY49" fmla="*/ 53360 h 77558"/>
                <a:gd name="connsiteX50" fmla="*/ 80118 w 253314"/>
                <a:gd name="connsiteY50" fmla="*/ 71598 h 77558"/>
                <a:gd name="connsiteX51" fmla="*/ 60191 w 253314"/>
                <a:gd name="connsiteY51" fmla="*/ 77558 h 77558"/>
                <a:gd name="connsiteX52" fmla="*/ 35635 w 253314"/>
                <a:gd name="connsiteY52" fmla="*/ 67352 h 77558"/>
                <a:gd name="connsiteX53" fmla="*/ 26017 w 253314"/>
                <a:gd name="connsiteY53" fmla="*/ 39444 h 77558"/>
                <a:gd name="connsiteX54" fmla="*/ 35686 w 253314"/>
                <a:gd name="connsiteY54" fmla="*/ 10360 h 77558"/>
                <a:gd name="connsiteX55" fmla="*/ 61112 w 253314"/>
                <a:gd name="connsiteY55" fmla="*/ 0 h 7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53314" h="77558">
                  <a:moveTo>
                    <a:pt x="0" y="61903"/>
                  </a:moveTo>
                  <a:lnTo>
                    <a:pt x="14375" y="61903"/>
                  </a:lnTo>
                  <a:lnTo>
                    <a:pt x="14375" y="76279"/>
                  </a:lnTo>
                  <a:lnTo>
                    <a:pt x="0" y="76279"/>
                  </a:lnTo>
                  <a:close/>
                  <a:moveTo>
                    <a:pt x="138233" y="12944"/>
                  </a:moveTo>
                  <a:cubicBezTo>
                    <a:pt x="131992" y="12944"/>
                    <a:pt x="126961" y="15084"/>
                    <a:pt x="123141" y="19364"/>
                  </a:cubicBezTo>
                  <a:cubicBezTo>
                    <a:pt x="119321" y="23644"/>
                    <a:pt x="117411" y="30099"/>
                    <a:pt x="117411" y="38728"/>
                  </a:cubicBezTo>
                  <a:cubicBezTo>
                    <a:pt x="117411" y="47221"/>
                    <a:pt x="119372" y="53658"/>
                    <a:pt x="123294" y="58041"/>
                  </a:cubicBezTo>
                  <a:cubicBezTo>
                    <a:pt x="127217" y="62423"/>
                    <a:pt x="132196" y="64615"/>
                    <a:pt x="138233" y="64615"/>
                  </a:cubicBezTo>
                  <a:cubicBezTo>
                    <a:pt x="144270" y="64615"/>
                    <a:pt x="149224" y="62441"/>
                    <a:pt x="153095" y="58092"/>
                  </a:cubicBezTo>
                  <a:cubicBezTo>
                    <a:pt x="156966" y="53743"/>
                    <a:pt x="158902" y="47221"/>
                    <a:pt x="158902" y="38523"/>
                  </a:cubicBezTo>
                  <a:cubicBezTo>
                    <a:pt x="158902" y="29929"/>
                    <a:pt x="157017" y="23517"/>
                    <a:pt x="153248" y="19287"/>
                  </a:cubicBezTo>
                  <a:cubicBezTo>
                    <a:pt x="149480" y="15058"/>
                    <a:pt x="144475" y="12944"/>
                    <a:pt x="138233" y="12944"/>
                  </a:cubicBezTo>
                  <a:close/>
                  <a:moveTo>
                    <a:pt x="180872" y="1279"/>
                  </a:moveTo>
                  <a:lnTo>
                    <a:pt x="203536" y="1279"/>
                  </a:lnTo>
                  <a:lnTo>
                    <a:pt x="217144" y="52439"/>
                  </a:lnTo>
                  <a:lnTo>
                    <a:pt x="230599" y="1279"/>
                  </a:lnTo>
                  <a:lnTo>
                    <a:pt x="253314" y="1279"/>
                  </a:lnTo>
                  <a:lnTo>
                    <a:pt x="253314" y="76279"/>
                  </a:lnTo>
                  <a:lnTo>
                    <a:pt x="239245" y="76279"/>
                  </a:lnTo>
                  <a:lnTo>
                    <a:pt x="239245" y="17241"/>
                  </a:lnTo>
                  <a:lnTo>
                    <a:pt x="224358" y="76279"/>
                  </a:lnTo>
                  <a:lnTo>
                    <a:pt x="209778" y="76279"/>
                  </a:lnTo>
                  <a:lnTo>
                    <a:pt x="194941" y="17241"/>
                  </a:lnTo>
                  <a:lnTo>
                    <a:pt x="194941" y="76279"/>
                  </a:lnTo>
                  <a:lnTo>
                    <a:pt x="180872" y="76279"/>
                  </a:lnTo>
                  <a:close/>
                  <a:moveTo>
                    <a:pt x="138080" y="0"/>
                  </a:moveTo>
                  <a:cubicBezTo>
                    <a:pt x="149130" y="0"/>
                    <a:pt x="157972" y="3428"/>
                    <a:pt x="164606" y="10283"/>
                  </a:cubicBezTo>
                  <a:cubicBezTo>
                    <a:pt x="171240" y="17139"/>
                    <a:pt x="174556" y="26671"/>
                    <a:pt x="174556" y="38882"/>
                  </a:cubicBezTo>
                  <a:cubicBezTo>
                    <a:pt x="174556" y="50989"/>
                    <a:pt x="171265" y="60462"/>
                    <a:pt x="164683" y="67301"/>
                  </a:cubicBezTo>
                  <a:cubicBezTo>
                    <a:pt x="158100" y="74139"/>
                    <a:pt x="149301" y="77558"/>
                    <a:pt x="138284" y="77558"/>
                  </a:cubicBezTo>
                  <a:cubicBezTo>
                    <a:pt x="127131" y="77558"/>
                    <a:pt x="118264" y="74156"/>
                    <a:pt x="111681" y="67352"/>
                  </a:cubicBezTo>
                  <a:cubicBezTo>
                    <a:pt x="105099" y="60548"/>
                    <a:pt x="101807" y="51177"/>
                    <a:pt x="101807" y="39240"/>
                  </a:cubicBezTo>
                  <a:cubicBezTo>
                    <a:pt x="101807" y="31600"/>
                    <a:pt x="102950" y="25188"/>
                    <a:pt x="105235" y="20004"/>
                  </a:cubicBezTo>
                  <a:cubicBezTo>
                    <a:pt x="106940" y="16184"/>
                    <a:pt x="109268" y="12756"/>
                    <a:pt x="112218" y="9721"/>
                  </a:cubicBezTo>
                  <a:cubicBezTo>
                    <a:pt x="115169" y="6685"/>
                    <a:pt x="118400" y="4434"/>
                    <a:pt x="121913" y="2967"/>
                  </a:cubicBezTo>
                  <a:cubicBezTo>
                    <a:pt x="126586" y="989"/>
                    <a:pt x="131975" y="0"/>
                    <a:pt x="138080" y="0"/>
                  </a:cubicBezTo>
                  <a:close/>
                  <a:moveTo>
                    <a:pt x="61112" y="0"/>
                  </a:moveTo>
                  <a:cubicBezTo>
                    <a:pt x="70287" y="0"/>
                    <a:pt x="77739" y="2712"/>
                    <a:pt x="83469" y="8135"/>
                  </a:cubicBezTo>
                  <a:cubicBezTo>
                    <a:pt x="86880" y="11341"/>
                    <a:pt x="89438" y="15945"/>
                    <a:pt x="91143" y="21948"/>
                  </a:cubicBezTo>
                  <a:lnTo>
                    <a:pt x="76153" y="25529"/>
                  </a:lnTo>
                  <a:cubicBezTo>
                    <a:pt x="75266" y="21641"/>
                    <a:pt x="73416" y="18571"/>
                    <a:pt x="70602" y="16320"/>
                  </a:cubicBezTo>
                  <a:cubicBezTo>
                    <a:pt x="67788" y="14069"/>
                    <a:pt x="64369" y="12944"/>
                    <a:pt x="60345" y="12944"/>
                  </a:cubicBezTo>
                  <a:cubicBezTo>
                    <a:pt x="54785" y="12944"/>
                    <a:pt x="50275" y="14939"/>
                    <a:pt x="46813" y="18929"/>
                  </a:cubicBezTo>
                  <a:cubicBezTo>
                    <a:pt x="43351" y="22920"/>
                    <a:pt x="41620" y="29383"/>
                    <a:pt x="41620" y="38319"/>
                  </a:cubicBezTo>
                  <a:cubicBezTo>
                    <a:pt x="41620" y="47800"/>
                    <a:pt x="43326" y="54553"/>
                    <a:pt x="46736" y="58578"/>
                  </a:cubicBezTo>
                  <a:cubicBezTo>
                    <a:pt x="50147" y="62603"/>
                    <a:pt x="54581" y="64615"/>
                    <a:pt x="60038" y="64615"/>
                  </a:cubicBezTo>
                  <a:cubicBezTo>
                    <a:pt x="64062" y="64615"/>
                    <a:pt x="67524" y="63336"/>
                    <a:pt x="70423" y="60778"/>
                  </a:cubicBezTo>
                  <a:cubicBezTo>
                    <a:pt x="73322" y="58220"/>
                    <a:pt x="75403" y="54195"/>
                    <a:pt x="76665" y="48704"/>
                  </a:cubicBezTo>
                  <a:lnTo>
                    <a:pt x="91348" y="53360"/>
                  </a:lnTo>
                  <a:cubicBezTo>
                    <a:pt x="89097" y="61545"/>
                    <a:pt x="85353" y="67625"/>
                    <a:pt x="80118" y="71598"/>
                  </a:cubicBezTo>
                  <a:cubicBezTo>
                    <a:pt x="74883" y="75572"/>
                    <a:pt x="68240" y="77558"/>
                    <a:pt x="60191" y="77558"/>
                  </a:cubicBezTo>
                  <a:cubicBezTo>
                    <a:pt x="50232" y="77558"/>
                    <a:pt x="42047" y="74156"/>
                    <a:pt x="35635" y="67352"/>
                  </a:cubicBezTo>
                  <a:cubicBezTo>
                    <a:pt x="29223" y="60548"/>
                    <a:pt x="26017" y="51245"/>
                    <a:pt x="26017" y="39444"/>
                  </a:cubicBezTo>
                  <a:cubicBezTo>
                    <a:pt x="26017" y="26961"/>
                    <a:pt x="29240" y="17267"/>
                    <a:pt x="35686" y="10360"/>
                  </a:cubicBezTo>
                  <a:cubicBezTo>
                    <a:pt x="42132" y="3453"/>
                    <a:pt x="50607" y="0"/>
                    <a:pt x="6111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3AEA043-746F-4334-A00A-A4587B060237}"/>
              </a:ext>
            </a:extLst>
          </p:cNvPr>
          <p:cNvSpPr txBox="1"/>
          <p:nvPr/>
        </p:nvSpPr>
        <p:spPr>
          <a:xfrm>
            <a:off x="2397968" y="2090895"/>
            <a:ext cx="6690049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altLang="ko-KR" sz="7200" b="1" i="1" dirty="0">
                <a:solidFill>
                  <a:schemeClr val="bg1"/>
                </a:solidFill>
                <a:latin typeface="Algerian" panose="04020705040A02060702" pitchFamily="82" charset="0"/>
                <a:cs typeface="Arial" pitchFamily="34" charset="0"/>
              </a:rPr>
              <a:t>PROIECT FINAL</a:t>
            </a:r>
            <a:endParaRPr lang="ko-KR" altLang="en-US" sz="7200" b="1" i="1" dirty="0">
              <a:solidFill>
                <a:schemeClr val="bg1"/>
              </a:solidFill>
              <a:latin typeface="Algerian" panose="04020705040A02060702" pitchFamily="82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B207C-EF11-7272-C476-DCE2A65C7569}"/>
              </a:ext>
            </a:extLst>
          </p:cNvPr>
          <p:cNvSpPr txBox="1"/>
          <p:nvPr/>
        </p:nvSpPr>
        <p:spPr>
          <a:xfrm>
            <a:off x="4767943" y="3974840"/>
            <a:ext cx="73058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 err="1">
                <a:solidFill>
                  <a:schemeClr val="bg1"/>
                </a:solidFill>
                <a:latin typeface="Aptos Slab Black" panose="020F0502020204030204" pitchFamily="34" charset="0"/>
              </a:rPr>
              <a:t>Profesor</a:t>
            </a:r>
            <a:r>
              <a:rPr lang="en-GB" sz="2200" b="1" dirty="0">
                <a:solidFill>
                  <a:schemeClr val="bg1"/>
                </a:solidFill>
                <a:latin typeface="Aptos Slab Black" panose="020F050202020403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latin typeface="Aptos Slab Black" panose="020F0502020204030204" pitchFamily="34" charset="0"/>
              </a:rPr>
              <a:t>coordonator</a:t>
            </a:r>
            <a:r>
              <a:rPr lang="en-GB" sz="2200" b="1" dirty="0">
                <a:solidFill>
                  <a:schemeClr val="bg1"/>
                </a:solidFill>
                <a:latin typeface="Aptos Slab Black" panose="020F0502020204030204" pitchFamily="34" charset="0"/>
              </a:rPr>
              <a:t>  : Conf. univ. dr. Sabo Cosmin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EEBDE-4F60-179D-4CDC-82D11E81A286}"/>
              </a:ext>
            </a:extLst>
          </p:cNvPr>
          <p:cNvSpPr txBox="1"/>
          <p:nvPr/>
        </p:nvSpPr>
        <p:spPr>
          <a:xfrm>
            <a:off x="4450702" y="4629662"/>
            <a:ext cx="75484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Proiect</a:t>
            </a:r>
            <a:r>
              <a:rPr lang="en-GB" sz="22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en-GB" sz="22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realizat</a:t>
            </a:r>
            <a:r>
              <a:rPr lang="en-GB" sz="2200" dirty="0">
                <a:solidFill>
                  <a:schemeClr val="bg1"/>
                </a:solidFill>
                <a:latin typeface="Aptos Slab Black" panose="020B0004020202020204" pitchFamily="34" charset="0"/>
              </a:rPr>
              <a:t> de </a:t>
            </a:r>
            <a:r>
              <a:rPr lang="en-GB" sz="22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studenta</a:t>
            </a:r>
            <a:r>
              <a:rPr lang="en-GB" sz="2200" dirty="0">
                <a:solidFill>
                  <a:schemeClr val="bg1"/>
                </a:solidFill>
                <a:latin typeface="Aptos Slab Black" panose="020B0004020202020204" pitchFamily="34" charset="0"/>
              </a:rPr>
              <a:t>: Morar Lorena-Alexandra</a:t>
            </a:r>
          </a:p>
          <a:p>
            <a:pPr algn="ctr"/>
            <a:r>
              <a:rPr lang="en-GB" sz="22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</a:p>
          <a:p>
            <a:pPr algn="ctr"/>
            <a:r>
              <a:rPr lang="en-GB" sz="22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Specializare</a:t>
            </a:r>
            <a:r>
              <a:rPr lang="en-GB" sz="2200" dirty="0">
                <a:solidFill>
                  <a:schemeClr val="bg1"/>
                </a:solidFill>
                <a:latin typeface="Aptos Slab Black" panose="020B0004020202020204" pitchFamily="34" charset="0"/>
              </a:rPr>
              <a:t> : </a:t>
            </a:r>
            <a:r>
              <a:rPr lang="en-GB" sz="22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Matematica</a:t>
            </a:r>
            <a:r>
              <a:rPr lang="en-GB" sz="2200" dirty="0">
                <a:solidFill>
                  <a:schemeClr val="bg1"/>
                </a:solidFill>
                <a:latin typeface="Aptos Slab Black" panose="020B0004020202020204" pitchFamily="34" charset="0"/>
              </a:rPr>
              <a:t>-Informatica </a:t>
            </a:r>
          </a:p>
        </p:txBody>
      </p:sp>
    </p:spTree>
    <p:extLst>
      <p:ext uri="{BB962C8B-B14F-4D97-AF65-F5344CB8AC3E}">
        <p14:creationId xmlns:p14="http://schemas.microsoft.com/office/powerpoint/2010/main" val="308668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680607B-F20B-4EFF-A478-FA24CB2B9526}"/>
              </a:ext>
            </a:extLst>
          </p:cNvPr>
          <p:cNvSpPr txBox="1"/>
          <p:nvPr/>
        </p:nvSpPr>
        <p:spPr>
          <a:xfrm>
            <a:off x="0" y="612912"/>
            <a:ext cx="12192000" cy="2215991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36000" tIns="0" rIns="36000" bIns="0" rtlCol="0" anchor="ctr">
            <a:spAutoFit/>
          </a:bodyPr>
          <a:lstStyle/>
          <a:p>
            <a:pPr algn="ctr"/>
            <a:endParaRPr lang="ro-RO" altLang="ko-KR" sz="24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ro-RO" altLang="ko-KR" sz="24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Am ales Opțiunea C (Analizator Text),deoarece 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consider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că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prelucrarea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și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interpretarea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datelor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textuale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reprezintă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o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competență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fundamentală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în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programarea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modernă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stând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la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baza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unor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domenii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de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</a:rPr>
              <a:t>actualitate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o-RO" sz="2400" dirty="0">
                <a:solidFill>
                  <a:schemeClr val="tx2">
                    <a:lumMod val="75000"/>
                  </a:schemeClr>
                </a:solidFill>
              </a:rPr>
              <a:t>.Totodata mi s-a parut un proiect accesibl la care să pot atașa alte funcții care să faca codul mai coplex si mai atragator .</a:t>
            </a:r>
            <a:r>
              <a:rPr lang="ro-RO" altLang="ko-KR" sz="24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endParaRPr lang="ko-KR" altLang="en-US" sz="24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1459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4A0006-023F-4EB5-BC29-E9DD1CA01E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4800" b="1" i="1" u="sng" dirty="0" err="1">
                <a:solidFill>
                  <a:srgbClr val="00B0F0"/>
                </a:solidFill>
              </a:rPr>
              <a:t>Prezentarea</a:t>
            </a:r>
            <a:r>
              <a:rPr lang="en-GB" sz="4800" b="1" i="1" u="sng" dirty="0">
                <a:solidFill>
                  <a:srgbClr val="00B0F0"/>
                </a:solidFill>
              </a:rPr>
              <a:t> general</a:t>
            </a:r>
            <a:r>
              <a:rPr lang="ro-RO" sz="4800" b="1" i="1" u="sng" dirty="0">
                <a:solidFill>
                  <a:srgbClr val="00B0F0"/>
                </a:solidFill>
              </a:rPr>
              <a:t>ă</a:t>
            </a:r>
            <a:r>
              <a:rPr lang="en-GB" sz="4800" b="1" i="1" u="sng" dirty="0">
                <a:solidFill>
                  <a:srgbClr val="00B0F0"/>
                </a:solidFill>
              </a:rPr>
              <a:t> a </a:t>
            </a:r>
            <a:r>
              <a:rPr lang="ro-RO" sz="4800" b="1" i="1" u="sng" dirty="0">
                <a:solidFill>
                  <a:srgbClr val="00B0F0"/>
                </a:solidFill>
              </a:rPr>
              <a:t>î</a:t>
            </a:r>
            <a:r>
              <a:rPr lang="en-GB" sz="4800" b="1" i="1" u="sng" dirty="0" err="1">
                <a:solidFill>
                  <a:srgbClr val="00B0F0"/>
                </a:solidFill>
              </a:rPr>
              <a:t>ntregului</a:t>
            </a:r>
            <a:r>
              <a:rPr lang="en-GB" sz="4800" b="1" i="1" u="sng" dirty="0">
                <a:solidFill>
                  <a:srgbClr val="00B0F0"/>
                </a:solidFill>
              </a:rPr>
              <a:t> cod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98413-998E-1A26-E475-626C73B5CA4B}"/>
              </a:ext>
            </a:extLst>
          </p:cNvPr>
          <p:cNvSpPr txBox="1"/>
          <p:nvPr/>
        </p:nvSpPr>
        <p:spPr>
          <a:xfrm>
            <a:off x="662473" y="1614196"/>
            <a:ext cx="106555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Cum </a:t>
            </a:r>
            <a:r>
              <a:rPr lang="en-GB" sz="3200" b="1" dirty="0" err="1"/>
              <a:t>funcționează</a:t>
            </a:r>
            <a:r>
              <a:rPr lang="ro-RO" sz="3200" b="1" dirty="0"/>
              <a:t> codul</a:t>
            </a:r>
            <a:r>
              <a:rPr lang="en-GB" sz="3200" b="1" dirty="0"/>
              <a:t>?</a:t>
            </a:r>
            <a:endParaRPr lang="en-GB" sz="3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Memorie:</a:t>
            </a:r>
            <a:r>
              <a:rPr lang="en-GB" dirty="0"/>
              <a:t> </a:t>
            </a:r>
            <a:r>
              <a:rPr lang="en-GB" sz="1600" dirty="0" err="1"/>
              <a:t>Utilizează</a:t>
            </a:r>
            <a:r>
              <a:rPr lang="en-GB" sz="1600" dirty="0"/>
              <a:t> o </a:t>
            </a:r>
            <a:r>
              <a:rPr lang="en-GB" sz="1600" dirty="0" err="1"/>
              <a:t>variabilă</a:t>
            </a:r>
            <a:r>
              <a:rPr lang="en-GB" sz="1600" dirty="0"/>
              <a:t> </a:t>
            </a:r>
            <a:r>
              <a:rPr lang="en-GB" sz="1600" dirty="0" err="1"/>
              <a:t>globală</a:t>
            </a:r>
            <a:r>
              <a:rPr lang="en-GB" sz="1600" dirty="0"/>
              <a:t> </a:t>
            </a:r>
            <a:r>
              <a:rPr lang="en-GB" sz="1600" dirty="0" err="1"/>
              <a:t>text_curent</a:t>
            </a:r>
            <a:r>
              <a:rPr lang="en-GB" sz="1600" dirty="0"/>
              <a:t> </a:t>
            </a:r>
            <a:r>
              <a:rPr lang="en-GB" sz="1600" dirty="0" err="1"/>
              <a:t>pentru</a:t>
            </a:r>
            <a:r>
              <a:rPr lang="en-GB" sz="1600" dirty="0"/>
              <a:t> a </a:t>
            </a:r>
            <a:r>
              <a:rPr lang="en-GB" sz="1600" dirty="0" err="1"/>
              <a:t>stoca</a:t>
            </a:r>
            <a:r>
              <a:rPr lang="en-GB" sz="1600" dirty="0"/>
              <a:t> </a:t>
            </a:r>
            <a:r>
              <a:rPr lang="en-GB" sz="1600" dirty="0" err="1"/>
              <a:t>textul</a:t>
            </a:r>
            <a:r>
              <a:rPr lang="en-GB" sz="1600" dirty="0"/>
              <a:t> </a:t>
            </a:r>
            <a:r>
              <a:rPr lang="en-GB" sz="1600" dirty="0" err="1"/>
              <a:t>analizat</a:t>
            </a:r>
            <a:r>
              <a:rPr lang="en-GB" sz="1600" dirty="0"/>
              <a:t>, </a:t>
            </a:r>
            <a:r>
              <a:rPr lang="en-GB" sz="1600" dirty="0" err="1"/>
              <a:t>permițând</a:t>
            </a:r>
            <a:r>
              <a:rPr lang="en-GB" sz="1600" dirty="0"/>
              <a:t> </a:t>
            </a:r>
            <a:r>
              <a:rPr lang="en-GB" sz="1600" dirty="0" err="1"/>
              <a:t>modificarea</a:t>
            </a:r>
            <a:r>
              <a:rPr lang="en-GB" sz="1600" dirty="0"/>
              <a:t> </a:t>
            </a:r>
            <a:r>
              <a:rPr lang="en-GB" sz="1600" dirty="0" err="1"/>
              <a:t>acestuia</a:t>
            </a:r>
            <a:r>
              <a:rPr lang="en-GB" sz="1600" dirty="0"/>
              <a:t> </a:t>
            </a:r>
            <a:r>
              <a:rPr lang="en-GB" sz="1600" dirty="0" err="1"/>
              <a:t>în</a:t>
            </a:r>
            <a:r>
              <a:rPr lang="en-GB" sz="1600" dirty="0"/>
              <a:t> </a:t>
            </a:r>
            <a:r>
              <a:rPr lang="en-GB" sz="1600" dirty="0" err="1"/>
              <a:t>timp</a:t>
            </a:r>
            <a:r>
              <a:rPr lang="en-GB" sz="1600" dirty="0"/>
              <a:t> real.</a:t>
            </a:r>
            <a:endParaRPr lang="ro-RO" sz="1600" dirty="0"/>
          </a:p>
          <a:p>
            <a:r>
              <a:rPr lang="ro-RO" sz="1600" dirty="0"/>
              <a:t>     </a:t>
            </a:r>
            <a:r>
              <a:rPr lang="en-GB" sz="1600" b="1" dirty="0"/>
              <a:t>De </a:t>
            </a:r>
            <a:r>
              <a:rPr lang="en-GB" sz="1600" b="1" dirty="0" err="1"/>
              <a:t>ce</a:t>
            </a:r>
            <a:r>
              <a:rPr lang="en-GB" sz="1600" b="1" dirty="0"/>
              <a:t> </a:t>
            </a:r>
            <a:r>
              <a:rPr lang="ro-RO" sz="1600" b="1" dirty="0"/>
              <a:t>variabilă g</a:t>
            </a:r>
            <a:r>
              <a:rPr lang="en-GB" sz="1600" b="1" dirty="0" err="1"/>
              <a:t>lobală</a:t>
            </a:r>
            <a:r>
              <a:rPr lang="en-GB" sz="1600" b="1" dirty="0"/>
              <a:t>?</a:t>
            </a:r>
            <a:r>
              <a:rPr lang="en-GB" sz="1600" dirty="0"/>
              <a:t> </a:t>
            </a:r>
            <a:endParaRPr lang="ro-RO" sz="1600" dirty="0"/>
          </a:p>
          <a:p>
            <a:r>
              <a:rPr lang="ro-RO" sz="1600" dirty="0"/>
              <a:t>     </a:t>
            </a:r>
            <a:r>
              <a:rPr lang="en-GB" sz="1600" dirty="0" err="1"/>
              <a:t>Aceasta</a:t>
            </a:r>
            <a:r>
              <a:rPr lang="en-GB" sz="1600" dirty="0"/>
              <a:t> </a:t>
            </a:r>
            <a:r>
              <a:rPr lang="en-GB" sz="1600" dirty="0" err="1"/>
              <a:t>permite</a:t>
            </a:r>
            <a:r>
              <a:rPr lang="en-GB" sz="1600" dirty="0"/>
              <a:t> </a:t>
            </a:r>
            <a:r>
              <a:rPr lang="en-GB" sz="1600" dirty="0" err="1"/>
              <a:t>persistența</a:t>
            </a:r>
            <a:r>
              <a:rPr lang="en-GB" sz="1600" dirty="0"/>
              <a:t> </a:t>
            </a:r>
            <a:r>
              <a:rPr lang="en-GB" sz="1600" dirty="0" err="1"/>
              <a:t>datelor</a:t>
            </a:r>
            <a:r>
              <a:rPr lang="en-GB" sz="1600" dirty="0"/>
              <a:t> </a:t>
            </a:r>
            <a:r>
              <a:rPr lang="en-GB" sz="1600" dirty="0" err="1"/>
              <a:t>între</a:t>
            </a:r>
            <a:r>
              <a:rPr lang="en-GB" sz="1600" dirty="0"/>
              <a:t> </a:t>
            </a:r>
            <a:r>
              <a:rPr lang="en-GB" sz="1600" dirty="0" err="1"/>
              <a:t>apeluri</a:t>
            </a:r>
            <a:r>
              <a:rPr lang="en-GB" sz="1600" dirty="0"/>
              <a:t> </a:t>
            </a:r>
            <a:r>
              <a:rPr lang="en-GB" sz="1600" dirty="0" err="1"/>
              <a:t>diferite</a:t>
            </a:r>
            <a:r>
              <a:rPr lang="en-GB" sz="1600" dirty="0"/>
              <a:t> de </a:t>
            </a:r>
            <a:r>
              <a:rPr lang="en-GB" sz="1600" dirty="0" err="1"/>
              <a:t>funcții</a:t>
            </a:r>
            <a:r>
              <a:rPr lang="en-GB" sz="1600" dirty="0"/>
              <a:t>. De </a:t>
            </a:r>
            <a:r>
              <a:rPr lang="en-GB" sz="1600" dirty="0" err="1"/>
              <a:t>exemplu</a:t>
            </a:r>
            <a:r>
              <a:rPr lang="en-GB" sz="1600" dirty="0"/>
              <a:t>, </a:t>
            </a:r>
            <a:r>
              <a:rPr lang="en-GB" sz="1600" dirty="0" err="1"/>
              <a:t>textul</a:t>
            </a:r>
            <a:r>
              <a:rPr lang="en-GB" sz="1600" dirty="0"/>
              <a:t> </a:t>
            </a:r>
            <a:r>
              <a:rPr lang="en-GB" sz="1600" dirty="0" err="1"/>
              <a:t>încărcat</a:t>
            </a:r>
            <a:r>
              <a:rPr lang="en-GB" sz="1600" dirty="0"/>
              <a:t> de </a:t>
            </a:r>
            <a:r>
              <a:rPr lang="en-GB" sz="1600" dirty="0" err="1"/>
              <a:t>funcția</a:t>
            </a:r>
            <a:r>
              <a:rPr lang="en-GB" sz="1600" dirty="0"/>
              <a:t> </a:t>
            </a:r>
            <a:r>
              <a:rPr lang="en-GB" dirty="0" err="1"/>
              <a:t>incarca_text</a:t>
            </a:r>
            <a:r>
              <a:rPr lang="en-GB" dirty="0"/>
              <a:t>()</a:t>
            </a:r>
            <a:r>
              <a:rPr lang="en-GB" sz="1600" dirty="0"/>
              <a:t> </a:t>
            </a:r>
            <a:r>
              <a:rPr lang="en-GB" sz="1600" dirty="0" err="1"/>
              <a:t>rămâne</a:t>
            </a:r>
            <a:r>
              <a:rPr lang="en-GB" sz="1600" dirty="0"/>
              <a:t> </a:t>
            </a:r>
            <a:r>
              <a:rPr lang="en-GB" sz="1600" dirty="0" err="1"/>
              <a:t>disponibil</a:t>
            </a:r>
            <a:r>
              <a:rPr lang="en-GB" sz="1600" dirty="0"/>
              <a:t> ulterior </a:t>
            </a:r>
            <a:r>
              <a:rPr lang="en-GB" sz="1600" dirty="0" err="1"/>
              <a:t>pentru</a:t>
            </a:r>
            <a:r>
              <a:rPr lang="en-GB" sz="1600" dirty="0"/>
              <a:t> </a:t>
            </a:r>
            <a:r>
              <a:rPr lang="en-GB" dirty="0" err="1"/>
              <a:t>frecventa_cuvinte</a:t>
            </a:r>
            <a:r>
              <a:rPr lang="en-GB" dirty="0"/>
              <a:t>()</a:t>
            </a:r>
            <a:r>
              <a:rPr lang="en-GB" sz="1600" dirty="0"/>
              <a:t> </a:t>
            </a:r>
            <a:r>
              <a:rPr lang="en-GB" sz="1600" dirty="0" err="1"/>
              <a:t>sau</a:t>
            </a:r>
            <a:r>
              <a:rPr lang="en-GB" sz="1600" dirty="0"/>
              <a:t> </a:t>
            </a:r>
            <a:r>
              <a:rPr lang="en-GB" dirty="0" err="1"/>
              <a:t>statistici_de_baza</a:t>
            </a:r>
            <a:r>
              <a:rPr lang="en-GB" dirty="0"/>
              <a:t>()</a:t>
            </a:r>
            <a:r>
              <a:rPr lang="en-GB" sz="1600" dirty="0"/>
              <a:t>. </a:t>
            </a:r>
            <a:r>
              <a:rPr lang="en-GB" sz="1600" dirty="0" err="1"/>
              <a:t>Utilizarea</a:t>
            </a:r>
            <a:r>
              <a:rPr lang="en-GB" sz="1600" dirty="0"/>
              <a:t> keyword-</a:t>
            </a:r>
            <a:r>
              <a:rPr lang="en-GB" sz="1600" dirty="0" err="1"/>
              <a:t>ului</a:t>
            </a:r>
            <a:r>
              <a:rPr lang="en-GB" sz="1600" dirty="0"/>
              <a:t> </a:t>
            </a:r>
            <a:r>
              <a:rPr lang="en-GB" dirty="0"/>
              <a:t>global</a:t>
            </a:r>
            <a:r>
              <a:rPr lang="en-GB" sz="1600" dirty="0"/>
              <a:t> </a:t>
            </a:r>
            <a:r>
              <a:rPr lang="en-GB" sz="1600" dirty="0" err="1"/>
              <a:t>în</a:t>
            </a:r>
            <a:r>
              <a:rPr lang="en-GB" sz="1600" dirty="0"/>
              <a:t> </a:t>
            </a:r>
            <a:r>
              <a:rPr lang="en-GB" sz="1600" dirty="0" err="1"/>
              <a:t>interiorul</a:t>
            </a:r>
            <a:r>
              <a:rPr lang="en-GB" sz="1600" dirty="0"/>
              <a:t> </a:t>
            </a:r>
            <a:r>
              <a:rPr lang="en-GB" sz="1600" dirty="0" err="1"/>
              <a:t>funcțiilor</a:t>
            </a:r>
            <a:r>
              <a:rPr lang="en-GB" sz="1600" dirty="0"/>
              <a:t> </a:t>
            </a:r>
            <a:r>
              <a:rPr lang="en-GB" sz="1600" dirty="0" err="1"/>
              <a:t>permite</a:t>
            </a:r>
            <a:r>
              <a:rPr lang="en-GB" sz="1600" dirty="0"/>
              <a:t> </a:t>
            </a:r>
            <a:r>
              <a:rPr lang="en-GB" sz="1600" dirty="0" err="1"/>
              <a:t>modificarea</a:t>
            </a:r>
            <a:r>
              <a:rPr lang="en-GB" sz="1600" dirty="0"/>
              <a:t> </a:t>
            </a:r>
            <a:r>
              <a:rPr lang="en-GB" sz="1600" dirty="0" err="1"/>
              <a:t>acestei</a:t>
            </a:r>
            <a:r>
              <a:rPr lang="en-GB" sz="1600" dirty="0"/>
              <a:t> </a:t>
            </a:r>
            <a:r>
              <a:rPr lang="en-GB" sz="1600" dirty="0" err="1"/>
              <a:t>stări</a:t>
            </a:r>
            <a:r>
              <a:rPr lang="en-GB" sz="1600" dirty="0"/>
              <a:t> centrale (ex: la </a:t>
            </a:r>
            <a:r>
              <a:rPr lang="en-GB" sz="1600" dirty="0" err="1"/>
              <a:t>funcția</a:t>
            </a:r>
            <a:r>
              <a:rPr lang="en-GB" sz="1600" dirty="0"/>
              <a:t> de </a:t>
            </a:r>
            <a:r>
              <a:rPr lang="en-GB" sz="1600" dirty="0" err="1"/>
              <a:t>înlocuire</a:t>
            </a:r>
            <a:r>
              <a:rPr lang="en-GB" sz="1600" dirty="0"/>
              <a:t> </a:t>
            </a:r>
            <a:r>
              <a:rPr lang="en-GB" sz="1600" dirty="0" err="1"/>
              <a:t>cuvinte</a:t>
            </a:r>
            <a:r>
              <a:rPr lang="en-GB" sz="1600" dirty="0"/>
              <a:t>).</a:t>
            </a:r>
            <a:endParaRPr lang="ro-RO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o-RO" sz="1600" dirty="0"/>
              <a:t> </a:t>
            </a:r>
            <a:r>
              <a:rPr lang="en-GB" b="1" dirty="0" err="1"/>
              <a:t>Modularitate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sz="1600" dirty="0" err="1"/>
              <a:t>Codul</a:t>
            </a:r>
            <a:r>
              <a:rPr lang="en-GB" sz="1600" dirty="0"/>
              <a:t> </a:t>
            </a:r>
            <a:r>
              <a:rPr lang="en-GB" sz="1600" dirty="0" err="1"/>
              <a:t>este</a:t>
            </a:r>
            <a:r>
              <a:rPr lang="en-GB" sz="1600" dirty="0"/>
              <a:t> </a:t>
            </a:r>
            <a:r>
              <a:rPr lang="en-GB" sz="1600" dirty="0" err="1"/>
              <a:t>împărțit</a:t>
            </a:r>
            <a:r>
              <a:rPr lang="en-GB" sz="1600" dirty="0"/>
              <a:t> </a:t>
            </a:r>
            <a:r>
              <a:rPr lang="en-GB" sz="1600" dirty="0" err="1"/>
              <a:t>în</a:t>
            </a:r>
            <a:r>
              <a:rPr lang="en-GB" sz="1600" dirty="0"/>
              <a:t> </a:t>
            </a:r>
            <a:r>
              <a:rPr lang="en-GB" sz="1600" dirty="0" err="1"/>
              <a:t>funcții</a:t>
            </a:r>
            <a:r>
              <a:rPr lang="en-GB" sz="1600" dirty="0"/>
              <a:t> </a:t>
            </a:r>
            <a:r>
              <a:rPr lang="en-GB" sz="1600" dirty="0" err="1"/>
              <a:t>specifice</a:t>
            </a:r>
            <a:r>
              <a:rPr lang="en-GB" sz="1600" dirty="0"/>
              <a:t> (ex: </a:t>
            </a:r>
            <a:r>
              <a:rPr lang="en-GB" sz="1600" dirty="0" err="1"/>
              <a:t>incarca_text</a:t>
            </a:r>
            <a:r>
              <a:rPr lang="en-GB" sz="1600" dirty="0"/>
              <a:t>, </a:t>
            </a:r>
            <a:r>
              <a:rPr lang="en-GB" sz="1600" dirty="0" err="1"/>
              <a:t>extrage_cuvinte</a:t>
            </a:r>
            <a:r>
              <a:rPr lang="en-GB" sz="1600" dirty="0"/>
              <a:t>), </a:t>
            </a:r>
            <a:r>
              <a:rPr lang="en-GB" sz="1600" dirty="0" err="1"/>
              <a:t>fiecare</a:t>
            </a:r>
            <a:r>
              <a:rPr lang="en-GB" sz="1600" dirty="0"/>
              <a:t> </a:t>
            </a:r>
            <a:r>
              <a:rPr lang="en-GB" sz="1600" dirty="0" err="1"/>
              <a:t>având</a:t>
            </a:r>
            <a:r>
              <a:rPr lang="en-GB" sz="1600" dirty="0"/>
              <a:t> o </a:t>
            </a:r>
            <a:r>
              <a:rPr lang="en-GB" sz="1600" dirty="0" err="1"/>
              <a:t>responsabilitate</a:t>
            </a:r>
            <a:r>
              <a:rPr lang="en-GB" sz="1600" dirty="0"/>
              <a:t> </a:t>
            </a:r>
            <a:r>
              <a:rPr lang="en-GB" sz="1600" dirty="0" err="1"/>
              <a:t>clară</a:t>
            </a:r>
            <a:r>
              <a:rPr lang="en-GB" sz="1600" dirty="0"/>
              <a:t>.</a:t>
            </a:r>
            <a:endParaRPr lang="ro-RO" sz="1600" dirty="0"/>
          </a:p>
          <a:p>
            <a:r>
              <a:rPr lang="ro-RO" sz="1600" dirty="0"/>
              <a:t>     </a:t>
            </a:r>
            <a:r>
              <a:rPr lang="it-IT" sz="1600" dirty="0"/>
              <a:t>Problema complexă este spartă în sub-probleme mai mici și gestionabile</a:t>
            </a:r>
            <a:r>
              <a:rPr lang="ro-RO" sz="1600" dirty="0"/>
              <a:t> prin </a:t>
            </a:r>
            <a:r>
              <a:rPr lang="it-IT" sz="1600" dirty="0"/>
              <a:t>principiul </a:t>
            </a:r>
            <a:r>
              <a:rPr lang="it-IT" sz="1600" i="1" dirty="0"/>
              <a:t>Divide et Impera</a:t>
            </a:r>
            <a:r>
              <a:rPr lang="it-IT" sz="1600" dirty="0"/>
              <a:t>.</a:t>
            </a:r>
            <a:endParaRPr lang="en-GB" sz="1600" dirty="0"/>
          </a:p>
          <a:p>
            <a:r>
              <a:rPr lang="ro-RO" sz="1600" dirty="0"/>
              <a:t>     </a:t>
            </a:r>
            <a:r>
              <a:rPr lang="en-GB" sz="1600" dirty="0" err="1"/>
              <a:t>Funcții</a:t>
            </a:r>
            <a:r>
              <a:rPr lang="ro-RO" sz="1600" dirty="0"/>
              <a:t>le</a:t>
            </a:r>
            <a:r>
              <a:rPr lang="en-GB" sz="1600" dirty="0"/>
              <a:t> </a:t>
            </a:r>
            <a:r>
              <a:rPr lang="ro-RO" sz="1600" dirty="0"/>
              <a:t>a</a:t>
            </a:r>
            <a:r>
              <a:rPr lang="en-GB" sz="1600" dirty="0" err="1"/>
              <a:t>jutătoare</a:t>
            </a:r>
            <a:r>
              <a:rPr lang="ro-RO" sz="1600" dirty="0"/>
              <a:t> ,cum ar fi </a:t>
            </a:r>
            <a:r>
              <a:rPr lang="en-GB" sz="1600" dirty="0" err="1"/>
              <a:t>funcția</a:t>
            </a:r>
            <a:r>
              <a:rPr lang="en-GB" sz="1600" dirty="0"/>
              <a:t> </a:t>
            </a:r>
            <a:r>
              <a:rPr lang="en-GB" sz="1600" dirty="0" err="1"/>
              <a:t>extrage_cuvinte</a:t>
            </a:r>
            <a:r>
              <a:rPr lang="en-GB" sz="1600" dirty="0"/>
              <a:t>(text)</a:t>
            </a:r>
            <a:r>
              <a:rPr lang="ro-RO" sz="1600" dirty="0"/>
              <a:t>.</a:t>
            </a:r>
            <a:r>
              <a:rPr lang="en-GB" sz="1600" dirty="0"/>
              <a:t> </a:t>
            </a:r>
            <a:r>
              <a:rPr lang="en-GB" sz="1600" dirty="0" err="1"/>
              <a:t>Aceasta</a:t>
            </a:r>
            <a:r>
              <a:rPr lang="en-GB" sz="1600" dirty="0"/>
              <a:t> </a:t>
            </a:r>
            <a:r>
              <a:rPr lang="en-GB" sz="1600" dirty="0" err="1"/>
              <a:t>curăță</a:t>
            </a:r>
            <a:r>
              <a:rPr lang="en-GB" sz="1600" dirty="0"/>
              <a:t> </a:t>
            </a:r>
            <a:r>
              <a:rPr lang="en-GB" sz="1600" dirty="0" err="1"/>
              <a:t>textul</a:t>
            </a:r>
            <a:r>
              <a:rPr lang="en-GB" sz="1600" dirty="0"/>
              <a:t> de </a:t>
            </a:r>
            <a:r>
              <a:rPr lang="en-GB" sz="1600" dirty="0" err="1"/>
              <a:t>punctuație</a:t>
            </a:r>
            <a:r>
              <a:rPr lang="en-GB" sz="1600" dirty="0"/>
              <a:t> </a:t>
            </a:r>
            <a:r>
              <a:rPr lang="en-GB" sz="1600" dirty="0" err="1"/>
              <a:t>și</a:t>
            </a:r>
            <a:r>
              <a:rPr lang="en-GB" sz="1600" dirty="0"/>
              <a:t> </a:t>
            </a:r>
            <a:r>
              <a:rPr lang="en-GB" sz="1600" dirty="0" err="1"/>
              <a:t>îl</a:t>
            </a:r>
            <a:r>
              <a:rPr lang="en-GB" sz="1600" dirty="0"/>
              <a:t> </a:t>
            </a:r>
            <a:r>
              <a:rPr lang="en-GB" sz="1600" dirty="0" err="1"/>
              <a:t>împarte</a:t>
            </a:r>
            <a:r>
              <a:rPr lang="en-GB" sz="1600" dirty="0"/>
              <a:t> </a:t>
            </a:r>
            <a:r>
              <a:rPr lang="en-GB" sz="1600" dirty="0" err="1"/>
              <a:t>în</a:t>
            </a:r>
            <a:r>
              <a:rPr lang="en-GB" sz="1600" dirty="0"/>
              <a:t> </a:t>
            </a:r>
            <a:r>
              <a:rPr lang="en-GB" sz="1600" dirty="0" err="1"/>
              <a:t>liste</a:t>
            </a:r>
            <a:r>
              <a:rPr lang="en-GB" sz="1600" dirty="0"/>
              <a:t>. Nu </a:t>
            </a:r>
            <a:r>
              <a:rPr lang="ro-RO" sz="1600" dirty="0"/>
              <a:t>este</a:t>
            </a:r>
            <a:r>
              <a:rPr lang="en-GB" sz="1600" dirty="0"/>
              <a:t> </a:t>
            </a:r>
            <a:r>
              <a:rPr lang="en-GB" sz="1600" dirty="0" err="1"/>
              <a:t>scris</a:t>
            </a:r>
            <a:r>
              <a:rPr lang="en-GB" sz="1600" dirty="0"/>
              <a:t> </a:t>
            </a:r>
            <a:r>
              <a:rPr lang="en-GB" sz="1600" dirty="0" err="1"/>
              <a:t>acest</a:t>
            </a:r>
            <a:r>
              <a:rPr lang="en-GB" sz="1600" dirty="0"/>
              <a:t> cod de </a:t>
            </a:r>
            <a:r>
              <a:rPr lang="en-GB" sz="1600" dirty="0" err="1"/>
              <a:t>curățare</a:t>
            </a:r>
            <a:r>
              <a:rPr lang="en-GB" sz="1600" dirty="0"/>
              <a:t> de 5 </a:t>
            </a:r>
            <a:r>
              <a:rPr lang="en-GB" sz="1600" dirty="0" err="1"/>
              <a:t>ori</a:t>
            </a:r>
            <a:r>
              <a:rPr lang="en-GB" sz="1600" dirty="0"/>
              <a:t>, ci </a:t>
            </a:r>
            <a:r>
              <a:rPr lang="ro-RO" sz="1600" dirty="0"/>
              <a:t>este</a:t>
            </a:r>
            <a:r>
              <a:rPr lang="en-GB" sz="1600" dirty="0"/>
              <a:t> </a:t>
            </a:r>
            <a:r>
              <a:rPr lang="en-GB" sz="1600" dirty="0" err="1"/>
              <a:t>scris</a:t>
            </a:r>
            <a:r>
              <a:rPr lang="en-GB" sz="1600" dirty="0"/>
              <a:t> o </a:t>
            </a:r>
            <a:r>
              <a:rPr lang="en-GB" sz="1600" dirty="0" err="1"/>
              <a:t>dată</a:t>
            </a:r>
            <a:r>
              <a:rPr lang="en-GB" sz="1600" dirty="0"/>
              <a:t> </a:t>
            </a:r>
            <a:r>
              <a:rPr lang="en-GB" sz="1600" dirty="0" err="1"/>
              <a:t>și</a:t>
            </a:r>
            <a:r>
              <a:rPr lang="ro-RO" sz="1600" dirty="0"/>
              <a:t> </a:t>
            </a:r>
            <a:r>
              <a:rPr lang="en-GB" sz="1600" dirty="0" err="1"/>
              <a:t>apelat</a:t>
            </a:r>
            <a:r>
              <a:rPr lang="en-GB" sz="1600" dirty="0"/>
              <a:t> </a:t>
            </a:r>
            <a:r>
              <a:rPr lang="en-GB" sz="1600" dirty="0" err="1"/>
              <a:t>în</a:t>
            </a:r>
            <a:r>
              <a:rPr lang="en-GB" sz="1600" dirty="0"/>
              <a:t> </a:t>
            </a:r>
            <a:r>
              <a:rPr lang="en-GB" sz="1600" dirty="0" err="1"/>
              <a:t>toate</a:t>
            </a:r>
            <a:r>
              <a:rPr lang="en-GB" sz="1600" dirty="0"/>
              <a:t> </a:t>
            </a:r>
            <a:r>
              <a:rPr lang="en-GB" sz="1600" dirty="0" err="1"/>
              <a:t>celelalte</a:t>
            </a:r>
            <a:r>
              <a:rPr lang="en-GB" sz="1600" dirty="0"/>
              <a:t> </a:t>
            </a:r>
            <a:r>
              <a:rPr lang="en-GB" sz="1600" dirty="0" err="1"/>
              <a:t>funcții</a:t>
            </a:r>
            <a:r>
              <a:rPr lang="en-GB" sz="1600" dirty="0"/>
              <a:t> de </a:t>
            </a:r>
            <a:r>
              <a:rPr lang="en-GB" sz="1600" dirty="0" err="1"/>
              <a:t>analiză</a:t>
            </a:r>
            <a:r>
              <a:rPr lang="en-GB" sz="1600" dirty="0"/>
              <a:t>. Asta face </a:t>
            </a:r>
            <a:r>
              <a:rPr lang="en-GB" sz="1600" dirty="0" err="1"/>
              <a:t>codul</a:t>
            </a:r>
            <a:r>
              <a:rPr lang="en-GB" sz="1600" dirty="0"/>
              <a:t> </a:t>
            </a:r>
            <a:r>
              <a:rPr lang="en-GB" sz="1600" dirty="0" err="1"/>
              <a:t>mai</a:t>
            </a:r>
            <a:r>
              <a:rPr lang="en-GB" sz="1600" dirty="0"/>
              <a:t> </a:t>
            </a:r>
            <a:r>
              <a:rPr lang="en-GB" sz="1600" dirty="0" err="1"/>
              <a:t>curat</a:t>
            </a:r>
            <a:r>
              <a:rPr lang="en-GB" sz="1600" dirty="0"/>
              <a:t> </a:t>
            </a:r>
            <a:r>
              <a:rPr lang="en-GB" sz="1600" dirty="0" err="1"/>
              <a:t>și</a:t>
            </a:r>
            <a:r>
              <a:rPr lang="en-GB" sz="1600" dirty="0"/>
              <a:t> </a:t>
            </a:r>
            <a:r>
              <a:rPr lang="en-GB" sz="1600" dirty="0" err="1"/>
              <a:t>mai</a:t>
            </a:r>
            <a:r>
              <a:rPr lang="en-GB" sz="1600" dirty="0"/>
              <a:t> </a:t>
            </a:r>
            <a:r>
              <a:rPr lang="en-GB" sz="1600" dirty="0" err="1"/>
              <a:t>ușor</a:t>
            </a:r>
            <a:r>
              <a:rPr lang="en-GB" sz="1600" dirty="0"/>
              <a:t> de </a:t>
            </a:r>
            <a:r>
              <a:rPr lang="ro-RO" sz="1600" dirty="0"/>
              <a:t>parcurs</a:t>
            </a:r>
            <a:r>
              <a:rPr lang="en-GB" sz="1600" dirty="0"/>
              <a:t>.</a:t>
            </a:r>
          </a:p>
          <a:p>
            <a:endParaRPr lang="ro-RO" sz="1600" dirty="0"/>
          </a:p>
        </p:txBody>
      </p:sp>
    </p:spTree>
    <p:extLst>
      <p:ext uri="{BB962C8B-B14F-4D97-AF65-F5344CB8AC3E}">
        <p14:creationId xmlns:p14="http://schemas.microsoft.com/office/powerpoint/2010/main" val="2698397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C83309-146B-741F-E622-4E69BA31564B}"/>
              </a:ext>
            </a:extLst>
          </p:cNvPr>
          <p:cNvSpPr txBox="1"/>
          <p:nvPr/>
        </p:nvSpPr>
        <p:spPr>
          <a:xfrm>
            <a:off x="1035698" y="997565"/>
            <a:ext cx="549573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o-RO" dirty="0"/>
              <a:t> </a:t>
            </a:r>
            <a:r>
              <a:rPr lang="en-GB" b="1" dirty="0" err="1"/>
              <a:t>Interfață</a:t>
            </a:r>
            <a:r>
              <a:rPr lang="en-GB" b="1" dirty="0"/>
              <a:t>:</a:t>
            </a:r>
            <a:r>
              <a:rPr lang="en-GB" sz="1600" dirty="0"/>
              <a:t> </a:t>
            </a:r>
            <a:r>
              <a:rPr lang="en-GB" sz="1600" dirty="0" err="1"/>
              <a:t>Meniu</a:t>
            </a:r>
            <a:r>
              <a:rPr lang="en-GB" sz="1600" dirty="0"/>
              <a:t> principal (</a:t>
            </a:r>
            <a:r>
              <a:rPr lang="en-GB" sz="1600" dirty="0" err="1"/>
              <a:t>buclă</a:t>
            </a:r>
            <a:r>
              <a:rPr lang="en-GB" sz="1600" dirty="0"/>
              <a:t> while) care </a:t>
            </a:r>
            <a:r>
              <a:rPr lang="en-GB" sz="1600" dirty="0" err="1"/>
              <a:t>permite</a:t>
            </a:r>
            <a:r>
              <a:rPr lang="en-GB" sz="1600" dirty="0"/>
              <a:t> </a:t>
            </a:r>
            <a:r>
              <a:rPr lang="en-GB" sz="1600" dirty="0" err="1"/>
              <a:t>utilizatorului</a:t>
            </a:r>
            <a:r>
              <a:rPr lang="en-GB" sz="1600" dirty="0"/>
              <a:t> </a:t>
            </a:r>
            <a:r>
              <a:rPr lang="en-GB" sz="1600" dirty="0" err="1"/>
              <a:t>să</a:t>
            </a:r>
            <a:r>
              <a:rPr lang="en-GB" sz="1600" dirty="0"/>
              <a:t> </a:t>
            </a:r>
            <a:r>
              <a:rPr lang="en-GB" sz="1600" dirty="0" err="1"/>
              <a:t>aleagă</a:t>
            </a:r>
            <a:r>
              <a:rPr lang="en-GB" sz="1600" dirty="0"/>
              <a:t> </a:t>
            </a:r>
            <a:r>
              <a:rPr lang="en-GB" sz="1600" dirty="0" err="1"/>
              <a:t>operațiuni</a:t>
            </a:r>
            <a:r>
              <a:rPr lang="en-GB" sz="1600" dirty="0"/>
              <a:t> </a:t>
            </a:r>
            <a:r>
              <a:rPr lang="en-GB" sz="1600" dirty="0" err="1"/>
              <a:t>repetate</a:t>
            </a:r>
            <a:r>
              <a:rPr lang="en-GB" sz="1600" dirty="0"/>
              <a:t>.</a:t>
            </a:r>
            <a:endParaRPr lang="ro-RO" sz="1600" dirty="0"/>
          </a:p>
          <a:p>
            <a:r>
              <a:rPr lang="ro-RO" dirty="0"/>
              <a:t>     </a:t>
            </a:r>
            <a:r>
              <a:rPr lang="en-GB" b="1" dirty="0" err="1"/>
              <a:t>Bucla</a:t>
            </a:r>
            <a:r>
              <a:rPr lang="en-GB" b="1" dirty="0"/>
              <a:t> </a:t>
            </a:r>
            <a:r>
              <a:rPr lang="en-GB" b="1" dirty="0" err="1"/>
              <a:t>Infinită</a:t>
            </a:r>
            <a:r>
              <a:rPr lang="en-GB" b="1" dirty="0"/>
              <a:t> :</a:t>
            </a:r>
            <a:endParaRPr lang="en-GB" dirty="0"/>
          </a:p>
          <a:p>
            <a:r>
              <a:rPr lang="ro-RO" sz="1600" dirty="0"/>
              <a:t> </a:t>
            </a:r>
            <a:r>
              <a:rPr lang="en-GB" sz="1600" dirty="0" err="1"/>
              <a:t>Programul</a:t>
            </a:r>
            <a:r>
              <a:rPr lang="en-GB" sz="1600" dirty="0"/>
              <a:t> </a:t>
            </a:r>
            <a:r>
              <a:rPr lang="en-GB" sz="1600" dirty="0" err="1"/>
              <a:t>rulează</a:t>
            </a:r>
            <a:r>
              <a:rPr lang="en-GB" sz="1600" dirty="0"/>
              <a:t> </a:t>
            </a:r>
            <a:r>
              <a:rPr lang="en-GB" sz="1600" dirty="0" err="1"/>
              <a:t>într</a:t>
            </a:r>
            <a:r>
              <a:rPr lang="en-GB" sz="1600" dirty="0"/>
              <a:t>-un bloc while True </a:t>
            </a:r>
            <a:r>
              <a:rPr lang="en-GB" sz="1600" dirty="0" err="1"/>
              <a:t>în</a:t>
            </a:r>
            <a:r>
              <a:rPr lang="en-GB" sz="1600" dirty="0"/>
              <a:t> </a:t>
            </a:r>
            <a:r>
              <a:rPr lang="en-GB" sz="1600" dirty="0" err="1"/>
              <a:t>funcția</a:t>
            </a:r>
            <a:r>
              <a:rPr lang="en-GB" sz="1600" dirty="0"/>
              <a:t> </a:t>
            </a:r>
            <a:r>
              <a:rPr lang="en-GB" sz="1600" dirty="0" err="1"/>
              <a:t>meniu_principal</a:t>
            </a:r>
            <a:r>
              <a:rPr lang="en-GB" sz="1600" dirty="0"/>
              <a:t>().</a:t>
            </a:r>
          </a:p>
          <a:p>
            <a:r>
              <a:rPr lang="ro-RO" sz="1600" dirty="0"/>
              <a:t> </a:t>
            </a:r>
            <a:r>
              <a:rPr lang="en-GB" sz="1600" dirty="0" err="1"/>
              <a:t>Aceasta</a:t>
            </a:r>
            <a:r>
              <a:rPr lang="en-GB" sz="1600" dirty="0"/>
              <a:t> </a:t>
            </a:r>
            <a:r>
              <a:rPr lang="en-GB" sz="1600" dirty="0" err="1"/>
              <a:t>asigură</a:t>
            </a:r>
            <a:r>
              <a:rPr lang="en-GB" sz="1600" dirty="0"/>
              <a:t> </a:t>
            </a:r>
            <a:r>
              <a:rPr lang="en-GB" sz="1600" dirty="0" err="1"/>
              <a:t>că</a:t>
            </a:r>
            <a:r>
              <a:rPr lang="en-GB" sz="1600" dirty="0"/>
              <a:t> </a:t>
            </a:r>
            <a:r>
              <a:rPr lang="en-GB" sz="1600" dirty="0" err="1"/>
              <a:t>aplicația</a:t>
            </a:r>
            <a:r>
              <a:rPr lang="en-GB" sz="1600" dirty="0"/>
              <a:t> nu se </a:t>
            </a:r>
            <a:r>
              <a:rPr lang="en-GB" sz="1600" dirty="0" err="1"/>
              <a:t>închide</a:t>
            </a:r>
            <a:r>
              <a:rPr lang="en-GB" sz="1600" dirty="0"/>
              <a:t> </a:t>
            </a:r>
            <a:r>
              <a:rPr lang="en-GB" sz="1600" dirty="0" err="1"/>
              <a:t>după</a:t>
            </a:r>
            <a:r>
              <a:rPr lang="en-GB" sz="1600" dirty="0"/>
              <a:t> o </a:t>
            </a:r>
            <a:r>
              <a:rPr lang="en-GB" sz="1600" dirty="0" err="1"/>
              <a:t>singură</a:t>
            </a:r>
            <a:r>
              <a:rPr lang="en-GB" sz="1600" dirty="0"/>
              <a:t> </a:t>
            </a:r>
            <a:r>
              <a:rPr lang="en-GB" sz="1600" dirty="0" err="1"/>
              <a:t>operațiune</a:t>
            </a:r>
            <a:r>
              <a:rPr lang="en-GB" sz="1600" dirty="0"/>
              <a:t>, ci </a:t>
            </a:r>
            <a:r>
              <a:rPr lang="en-GB" sz="1600" dirty="0" err="1"/>
              <a:t>așteaptă</a:t>
            </a:r>
            <a:r>
              <a:rPr lang="en-GB" sz="1600" dirty="0"/>
              <a:t> </a:t>
            </a:r>
            <a:r>
              <a:rPr lang="en-GB" sz="1600" dirty="0" err="1"/>
              <a:t>continuu</a:t>
            </a:r>
            <a:r>
              <a:rPr lang="en-GB" sz="1600" dirty="0"/>
              <a:t> </a:t>
            </a:r>
            <a:r>
              <a:rPr lang="en-GB" sz="1600" dirty="0" err="1"/>
              <a:t>comenzi</a:t>
            </a:r>
            <a:r>
              <a:rPr lang="en-GB" sz="1600" dirty="0"/>
              <a:t> </a:t>
            </a:r>
            <a:r>
              <a:rPr lang="en-GB" sz="1600" dirty="0" err="1"/>
              <a:t>până</a:t>
            </a:r>
            <a:r>
              <a:rPr lang="en-GB" sz="1600" dirty="0"/>
              <a:t> </a:t>
            </a:r>
            <a:r>
              <a:rPr lang="en-GB" sz="1600" dirty="0" err="1"/>
              <a:t>când</a:t>
            </a:r>
            <a:r>
              <a:rPr lang="en-GB" sz="1600" dirty="0"/>
              <a:t> </a:t>
            </a:r>
            <a:r>
              <a:rPr lang="en-GB" sz="1600" dirty="0" err="1"/>
              <a:t>utilizatorul</a:t>
            </a:r>
            <a:r>
              <a:rPr lang="en-GB" sz="1600" dirty="0"/>
              <a:t> </a:t>
            </a:r>
            <a:r>
              <a:rPr lang="en-GB" sz="1600" dirty="0" err="1"/>
              <a:t>alege</a:t>
            </a:r>
            <a:r>
              <a:rPr lang="en-GB" sz="1600" dirty="0"/>
              <a:t> explicit "</a:t>
            </a:r>
            <a:r>
              <a:rPr lang="en-GB" sz="1600" dirty="0" err="1"/>
              <a:t>Ieșire</a:t>
            </a:r>
            <a:r>
              <a:rPr lang="en-GB" sz="1600" dirty="0"/>
              <a:t>" </a:t>
            </a:r>
            <a:r>
              <a:rPr lang="ro-RO" sz="1600" dirty="0"/>
              <a:t>prin utilizarea tastei 0 atunci cand se reuleaza programul</a:t>
            </a:r>
            <a:r>
              <a:rPr lang="en-GB" sz="1600" dirty="0"/>
              <a:t>.</a:t>
            </a:r>
            <a:endParaRPr lang="ro-RO" sz="1600" dirty="0"/>
          </a:p>
          <a:p>
            <a:r>
              <a:rPr lang="ro-RO" b="1" dirty="0"/>
              <a:t>     </a:t>
            </a:r>
            <a:r>
              <a:rPr lang="en-GB" b="1" dirty="0" err="1"/>
              <a:t>Ramificarea</a:t>
            </a:r>
            <a:r>
              <a:rPr lang="en-GB" b="1" dirty="0"/>
              <a:t> </a:t>
            </a:r>
            <a:r>
              <a:rPr lang="en-GB" b="1" dirty="0" err="1"/>
              <a:t>Decizională</a:t>
            </a:r>
            <a:r>
              <a:rPr lang="en-GB" b="1" dirty="0"/>
              <a:t>:</a:t>
            </a:r>
            <a:endParaRPr lang="en-GB" dirty="0"/>
          </a:p>
          <a:p>
            <a:r>
              <a:rPr lang="en-GB" sz="1600" dirty="0" err="1"/>
              <a:t>Folosirea</a:t>
            </a:r>
            <a:r>
              <a:rPr lang="en-GB" sz="1600" dirty="0"/>
              <a:t> </a:t>
            </a:r>
            <a:r>
              <a:rPr lang="en-GB" sz="1600" dirty="0" err="1"/>
              <a:t>structurii</a:t>
            </a:r>
            <a:r>
              <a:rPr lang="en-GB" sz="1600" dirty="0"/>
              <a:t> if - </a:t>
            </a:r>
            <a:r>
              <a:rPr lang="en-GB" sz="1600" dirty="0" err="1"/>
              <a:t>elif</a:t>
            </a:r>
            <a:r>
              <a:rPr lang="en-GB" sz="1600" dirty="0"/>
              <a:t> - else </a:t>
            </a:r>
            <a:r>
              <a:rPr lang="en-GB" sz="1600" dirty="0" err="1"/>
              <a:t>transformă</a:t>
            </a:r>
            <a:r>
              <a:rPr lang="en-GB" sz="1600" dirty="0"/>
              <a:t> input-ul </a:t>
            </a:r>
            <a:r>
              <a:rPr lang="en-GB" sz="1600" dirty="0" err="1"/>
              <a:t>utilizatorului</a:t>
            </a:r>
            <a:r>
              <a:rPr lang="en-GB" sz="1600" dirty="0"/>
              <a:t> ("1", "2", etc.) </a:t>
            </a:r>
            <a:r>
              <a:rPr lang="en-GB" sz="1600" dirty="0" err="1"/>
              <a:t>în</a:t>
            </a:r>
            <a:r>
              <a:rPr lang="en-GB" sz="1600" dirty="0"/>
              <a:t> </a:t>
            </a:r>
            <a:r>
              <a:rPr lang="en-GB" sz="1600" dirty="0" err="1"/>
              <a:t>apeluri</a:t>
            </a:r>
            <a:r>
              <a:rPr lang="en-GB" sz="1600" dirty="0"/>
              <a:t> de </a:t>
            </a:r>
            <a:r>
              <a:rPr lang="en-GB" sz="1600" dirty="0" err="1"/>
              <a:t>funcții</a:t>
            </a:r>
            <a:r>
              <a:rPr lang="en-GB" sz="1600" dirty="0"/>
              <a:t> </a:t>
            </a:r>
            <a:r>
              <a:rPr lang="en-GB" sz="1600" dirty="0" err="1"/>
              <a:t>specifice</a:t>
            </a:r>
            <a:r>
              <a:rPr lang="en-GB" sz="1600" dirty="0"/>
              <a:t>.</a:t>
            </a:r>
          </a:p>
          <a:p>
            <a:r>
              <a:rPr lang="en-GB" sz="1600" dirty="0"/>
              <a:t>Include o </a:t>
            </a:r>
            <a:r>
              <a:rPr lang="en-GB" sz="1600" dirty="0" err="1"/>
              <a:t>ramură</a:t>
            </a:r>
            <a:r>
              <a:rPr lang="en-GB" sz="1600" dirty="0"/>
              <a:t> </a:t>
            </a:r>
            <a:r>
              <a:rPr lang="ro-RO" sz="1600" dirty="0"/>
              <a:t>(</a:t>
            </a:r>
            <a:r>
              <a:rPr lang="en-GB" sz="1600" dirty="0"/>
              <a:t>else final) </a:t>
            </a:r>
            <a:r>
              <a:rPr lang="en-GB" sz="1600" dirty="0" err="1"/>
              <a:t>pentru</a:t>
            </a:r>
            <a:r>
              <a:rPr lang="en-GB" sz="1600" dirty="0"/>
              <a:t> a </a:t>
            </a:r>
            <a:r>
              <a:rPr lang="en-GB" sz="1600" dirty="0" err="1"/>
              <a:t>gestiona</a:t>
            </a:r>
            <a:r>
              <a:rPr lang="en-GB" sz="1600" dirty="0"/>
              <a:t> </a:t>
            </a:r>
            <a:r>
              <a:rPr lang="en-GB" sz="1600" dirty="0" err="1"/>
              <a:t>comenzile</a:t>
            </a:r>
            <a:r>
              <a:rPr lang="en-GB" sz="1600" dirty="0"/>
              <a:t> </a:t>
            </a:r>
            <a:r>
              <a:rPr lang="en-GB" sz="1600" dirty="0" err="1"/>
              <a:t>invalide</a:t>
            </a:r>
            <a:r>
              <a:rPr lang="en-GB" sz="1600" dirty="0"/>
              <a:t> </a:t>
            </a:r>
            <a:r>
              <a:rPr lang="en-GB" sz="1600" dirty="0" err="1"/>
              <a:t>fără</a:t>
            </a:r>
            <a:r>
              <a:rPr lang="en-GB" sz="1600" dirty="0"/>
              <a:t> a </a:t>
            </a:r>
            <a:r>
              <a:rPr lang="en-GB" sz="1600" dirty="0" err="1"/>
              <a:t>opri</a:t>
            </a:r>
            <a:r>
              <a:rPr lang="en-GB" sz="1600" dirty="0"/>
              <a:t> </a:t>
            </a:r>
            <a:r>
              <a:rPr lang="en-GB" sz="1600" dirty="0" err="1"/>
              <a:t>programul</a:t>
            </a:r>
            <a:r>
              <a:rPr lang="en-GB" sz="1600" dirty="0"/>
              <a:t>.</a:t>
            </a:r>
          </a:p>
          <a:p>
            <a:r>
              <a:rPr lang="ro-RO" sz="1600" dirty="0"/>
              <a:t>Pentru fiecare functionalitate a codului este destinat un numar pe care daca il introduci atunci cand se ruleaza programul , funcția întrebuințată numărului respectiv este apelată ,astfel afișându-se rezultatul corespunzator cerinței.</a:t>
            </a:r>
            <a:endParaRPr lang="en-GB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2830A6-7699-0768-592D-431751297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547" y="864469"/>
            <a:ext cx="4982270" cy="512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80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BDDDCB-3E5C-DADB-84B7-748055813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749886" cy="4159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4694DD-32C4-369E-65EA-A16A4380D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9045"/>
            <a:ext cx="4749886" cy="2698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8B9818-AB5A-BD7E-7702-36091583E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886" y="0"/>
            <a:ext cx="7442114" cy="35691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69132C-430E-960D-DE67-DBFDCE87CB00}"/>
              </a:ext>
            </a:extLst>
          </p:cNvPr>
          <p:cNvSpPr txBox="1"/>
          <p:nvPr/>
        </p:nvSpPr>
        <p:spPr>
          <a:xfrm>
            <a:off x="4975123" y="3805084"/>
            <a:ext cx="6941574" cy="267765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 err="1"/>
              <a:t>Această</a:t>
            </a:r>
            <a:r>
              <a:rPr lang="en-GB" sz="1400" dirty="0"/>
              <a:t> </a:t>
            </a:r>
            <a:r>
              <a:rPr lang="en-GB" sz="1400" dirty="0" err="1"/>
              <a:t>parte</a:t>
            </a:r>
            <a:r>
              <a:rPr lang="en-GB" sz="1400" dirty="0"/>
              <a:t> a </a:t>
            </a:r>
            <a:r>
              <a:rPr lang="en-GB" sz="1400" dirty="0" err="1"/>
              <a:t>codului</a:t>
            </a:r>
            <a:r>
              <a:rPr lang="en-GB" sz="1400" dirty="0"/>
              <a:t> </a:t>
            </a:r>
            <a:r>
              <a:rPr lang="en-GB" sz="1400" dirty="0" err="1"/>
              <a:t>gestionează</a:t>
            </a:r>
            <a:r>
              <a:rPr lang="en-GB" sz="1400" dirty="0"/>
              <a:t> </a:t>
            </a:r>
            <a:r>
              <a:rPr lang="en-GB" sz="1400" b="1" dirty="0" err="1"/>
              <a:t>introducerea</a:t>
            </a:r>
            <a:r>
              <a:rPr lang="en-GB" sz="1400" b="1" dirty="0"/>
              <a:t> </a:t>
            </a:r>
            <a:r>
              <a:rPr lang="en-GB" sz="1400" b="1" dirty="0" err="1"/>
              <a:t>datelor</a:t>
            </a:r>
            <a:r>
              <a:rPr lang="en-GB" sz="1400" dirty="0"/>
              <a:t> </a:t>
            </a:r>
            <a:r>
              <a:rPr lang="en-GB" sz="1400" dirty="0" err="1"/>
              <a:t>în</a:t>
            </a:r>
            <a:r>
              <a:rPr lang="en-GB" sz="1400" dirty="0"/>
              <a:t> </a:t>
            </a:r>
            <a:r>
              <a:rPr lang="en-GB" sz="1400" dirty="0" err="1"/>
              <a:t>aplicație</a:t>
            </a:r>
            <a:r>
              <a:rPr lang="en-GB" sz="1400" dirty="0"/>
              <a:t>. </a:t>
            </a:r>
            <a:r>
              <a:rPr lang="en-GB" sz="1400" dirty="0" err="1"/>
              <a:t>Funcția</a:t>
            </a:r>
            <a:r>
              <a:rPr lang="en-GB" sz="1400" dirty="0"/>
              <a:t> </a:t>
            </a:r>
            <a:r>
              <a:rPr lang="en-GB" sz="1400" dirty="0" err="1"/>
              <a:t>incarca_text</a:t>
            </a:r>
            <a:r>
              <a:rPr lang="en-GB" sz="1400" dirty="0"/>
              <a:t>() are </a:t>
            </a:r>
            <a:r>
              <a:rPr lang="en-GB" sz="1400" dirty="0" err="1"/>
              <a:t>rolul</a:t>
            </a:r>
            <a:r>
              <a:rPr lang="en-GB" sz="1400" dirty="0"/>
              <a:t> de a </a:t>
            </a:r>
            <a:r>
              <a:rPr lang="en-GB" sz="1400" dirty="0" err="1"/>
              <a:t>prelua</a:t>
            </a:r>
            <a:r>
              <a:rPr lang="en-GB" sz="1400" dirty="0"/>
              <a:t> un text </a:t>
            </a:r>
            <a:r>
              <a:rPr lang="en-GB" sz="1400" dirty="0" err="1"/>
              <a:t>și</a:t>
            </a:r>
            <a:r>
              <a:rPr lang="en-GB" sz="1400" dirty="0"/>
              <a:t> de a-l </a:t>
            </a:r>
            <a:r>
              <a:rPr lang="en-GB" sz="1400" dirty="0" err="1"/>
              <a:t>salva</a:t>
            </a:r>
            <a:r>
              <a:rPr lang="en-GB" sz="1400" dirty="0"/>
              <a:t> </a:t>
            </a:r>
            <a:r>
              <a:rPr lang="en-GB" sz="1400" dirty="0" err="1"/>
              <a:t>în</a:t>
            </a:r>
            <a:r>
              <a:rPr lang="en-GB" sz="1400" dirty="0"/>
              <a:t> </a:t>
            </a:r>
            <a:r>
              <a:rPr lang="en-GB" sz="1400" dirty="0" err="1"/>
              <a:t>variabila</a:t>
            </a:r>
            <a:r>
              <a:rPr lang="en-GB" sz="1400" dirty="0"/>
              <a:t> </a:t>
            </a:r>
            <a:r>
              <a:rPr lang="en-GB" sz="1400" dirty="0" err="1"/>
              <a:t>globală</a:t>
            </a:r>
            <a:r>
              <a:rPr lang="en-GB" sz="1400" dirty="0"/>
              <a:t> </a:t>
            </a:r>
            <a:r>
              <a:rPr lang="en-GB" sz="1400" dirty="0" err="1"/>
              <a:t>text_curent</a:t>
            </a:r>
            <a:r>
              <a:rPr lang="en-GB" sz="1400" dirty="0"/>
              <a:t>, </a:t>
            </a:r>
            <a:r>
              <a:rPr lang="en-GB" sz="1400" dirty="0" err="1"/>
              <a:t>făcându</a:t>
            </a:r>
            <a:r>
              <a:rPr lang="en-GB" sz="1400" dirty="0"/>
              <a:t>-l </a:t>
            </a:r>
            <a:r>
              <a:rPr lang="en-GB" sz="1400" dirty="0" err="1"/>
              <a:t>disponibil</a:t>
            </a:r>
            <a:r>
              <a:rPr lang="en-GB" sz="1400" dirty="0"/>
              <a:t> </a:t>
            </a:r>
            <a:r>
              <a:rPr lang="en-GB" sz="1400" dirty="0" err="1"/>
              <a:t>pentru</a:t>
            </a:r>
            <a:r>
              <a:rPr lang="en-GB" sz="1400" dirty="0"/>
              <a:t> </a:t>
            </a:r>
            <a:r>
              <a:rPr lang="en-GB" sz="1400" dirty="0" err="1"/>
              <a:t>analiză</a:t>
            </a:r>
            <a:r>
              <a:rPr lang="en-GB" sz="1400" dirty="0"/>
              <a:t>.</a:t>
            </a:r>
          </a:p>
          <a:p>
            <a:r>
              <a:rPr lang="en-GB" sz="1400" dirty="0" err="1"/>
              <a:t>Utilizatorul</a:t>
            </a:r>
            <a:r>
              <a:rPr lang="en-GB" sz="1400" dirty="0"/>
              <a:t> are la </a:t>
            </a:r>
            <a:r>
              <a:rPr lang="en-GB" sz="1400" dirty="0" err="1"/>
              <a:t>dispoziție</a:t>
            </a:r>
            <a:r>
              <a:rPr lang="en-GB" sz="1400" dirty="0"/>
              <a:t> </a:t>
            </a:r>
            <a:r>
              <a:rPr lang="en-GB" sz="1400" dirty="0" err="1"/>
              <a:t>două</a:t>
            </a:r>
            <a:r>
              <a:rPr lang="en-GB" sz="1400" dirty="0"/>
              <a:t> </a:t>
            </a:r>
            <a:r>
              <a:rPr lang="en-GB" sz="1400" dirty="0" err="1"/>
              <a:t>opțiuni</a:t>
            </a:r>
            <a:r>
              <a:rPr lang="en-GB" sz="1400" dirty="0"/>
              <a:t> </a:t>
            </a:r>
            <a:r>
              <a:rPr lang="en-GB" sz="1400" dirty="0" err="1"/>
              <a:t>clare</a:t>
            </a:r>
            <a:r>
              <a:rPr lang="en-GB" sz="1400" dirty="0"/>
              <a:t>:</a:t>
            </a:r>
          </a:p>
          <a:p>
            <a:r>
              <a:rPr lang="en-GB" sz="1400" b="1" dirty="0" err="1"/>
              <a:t>Introducere</a:t>
            </a:r>
            <a:r>
              <a:rPr lang="en-GB" sz="1400" b="1" dirty="0"/>
              <a:t> </a:t>
            </a:r>
            <a:r>
              <a:rPr lang="en-GB" sz="1400" b="1" dirty="0" err="1"/>
              <a:t>manuală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Permite</a:t>
            </a:r>
            <a:r>
              <a:rPr lang="en-GB" sz="1400" dirty="0"/>
              <a:t> </a:t>
            </a:r>
            <a:r>
              <a:rPr lang="en-GB" sz="1400" dirty="0" err="1"/>
              <a:t>scrierea</a:t>
            </a:r>
            <a:r>
              <a:rPr lang="en-GB" sz="1400" dirty="0"/>
              <a:t> </a:t>
            </a:r>
            <a:r>
              <a:rPr lang="en-GB" sz="1400" dirty="0" err="1"/>
              <a:t>textului</a:t>
            </a:r>
            <a:r>
              <a:rPr lang="en-GB" sz="1400" dirty="0"/>
              <a:t> </a:t>
            </a:r>
            <a:r>
              <a:rPr lang="en-GB" sz="1400" dirty="0" err="1"/>
              <a:t>linie</a:t>
            </a:r>
            <a:r>
              <a:rPr lang="en-GB" sz="1400" dirty="0"/>
              <a:t> cu </a:t>
            </a:r>
            <a:r>
              <a:rPr lang="en-GB" sz="1400" dirty="0" err="1"/>
              <a:t>linie</a:t>
            </a:r>
            <a:r>
              <a:rPr lang="en-GB" sz="1400" dirty="0"/>
              <a:t>. </a:t>
            </a:r>
            <a:r>
              <a:rPr lang="en-GB" sz="1400" dirty="0" err="1"/>
              <a:t>Programul</a:t>
            </a:r>
            <a:r>
              <a:rPr lang="en-GB" sz="1400" dirty="0"/>
              <a:t> </a:t>
            </a:r>
            <a:r>
              <a:rPr lang="en-GB" sz="1400" dirty="0" err="1"/>
              <a:t>citește</a:t>
            </a:r>
            <a:r>
              <a:rPr lang="en-GB" sz="1400" dirty="0"/>
              <a:t> input-ul </a:t>
            </a:r>
            <a:r>
              <a:rPr lang="en-GB" sz="1400" dirty="0" err="1"/>
              <a:t>continuu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se </a:t>
            </a:r>
            <a:r>
              <a:rPr lang="en-GB" sz="1400" dirty="0" err="1"/>
              <a:t>oprește</a:t>
            </a:r>
            <a:r>
              <a:rPr lang="en-GB" sz="1400" dirty="0"/>
              <a:t> </a:t>
            </a:r>
            <a:r>
              <a:rPr lang="en-GB" sz="1400" dirty="0" err="1"/>
              <a:t>doar</a:t>
            </a:r>
            <a:r>
              <a:rPr lang="en-GB" sz="1400" dirty="0"/>
              <a:t> </a:t>
            </a:r>
            <a:r>
              <a:rPr lang="en-GB" sz="1400" dirty="0" err="1"/>
              <a:t>când</a:t>
            </a:r>
            <a:r>
              <a:rPr lang="en-GB" sz="1400" dirty="0"/>
              <a:t> </a:t>
            </a:r>
            <a:r>
              <a:rPr lang="en-GB" sz="1400" dirty="0" err="1"/>
              <a:t>utilizatorul</a:t>
            </a:r>
            <a:r>
              <a:rPr lang="en-GB" sz="1400" dirty="0"/>
              <a:t> </a:t>
            </a:r>
            <a:r>
              <a:rPr lang="en-GB" sz="1400" dirty="0" err="1"/>
              <a:t>tastează</a:t>
            </a:r>
            <a:r>
              <a:rPr lang="en-GB" sz="1400" dirty="0"/>
              <a:t> </a:t>
            </a:r>
            <a:r>
              <a:rPr lang="en-GB" sz="1400" dirty="0" err="1"/>
              <a:t>cuvântul</a:t>
            </a:r>
            <a:r>
              <a:rPr lang="en-GB" sz="1400" dirty="0"/>
              <a:t> „GATA”.</a:t>
            </a:r>
          </a:p>
          <a:p>
            <a:r>
              <a:rPr lang="en-GB" sz="1400" b="1" dirty="0"/>
              <a:t>Text </a:t>
            </a:r>
            <a:r>
              <a:rPr lang="en-GB" sz="1400" b="1" dirty="0" err="1"/>
              <a:t>predefinit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Încarcă</a:t>
            </a:r>
            <a:r>
              <a:rPr lang="en-GB" sz="1400" dirty="0"/>
              <a:t> </a:t>
            </a:r>
            <a:r>
              <a:rPr lang="en-GB" sz="1400" dirty="0" err="1"/>
              <a:t>instantaneu</a:t>
            </a:r>
            <a:r>
              <a:rPr lang="en-GB" sz="1400" dirty="0"/>
              <a:t> un </a:t>
            </a:r>
            <a:r>
              <a:rPr lang="en-GB" sz="1400" dirty="0" err="1"/>
              <a:t>paragraf</a:t>
            </a:r>
            <a:r>
              <a:rPr lang="en-GB" sz="1400" dirty="0"/>
              <a:t> </a:t>
            </a:r>
            <a:r>
              <a:rPr lang="en-GB" sz="1400" dirty="0" err="1"/>
              <a:t>deja</a:t>
            </a:r>
            <a:r>
              <a:rPr lang="en-GB" sz="1400" dirty="0"/>
              <a:t> </a:t>
            </a:r>
            <a:r>
              <a:rPr lang="en-GB" sz="1400" dirty="0" err="1"/>
              <a:t>scris</a:t>
            </a:r>
            <a:r>
              <a:rPr lang="en-GB" sz="1400" dirty="0"/>
              <a:t> </a:t>
            </a:r>
            <a:r>
              <a:rPr lang="en-GB" sz="1400" dirty="0" err="1"/>
              <a:t>despre</a:t>
            </a:r>
            <a:r>
              <a:rPr lang="en-GB" sz="1400" dirty="0"/>
              <a:t> </a:t>
            </a:r>
            <a:r>
              <a:rPr lang="en-GB" sz="1400" dirty="0" err="1"/>
              <a:t>programare</a:t>
            </a:r>
            <a:r>
              <a:rPr lang="en-GB" sz="1400" dirty="0"/>
              <a:t> (Python, </a:t>
            </a:r>
            <a:r>
              <a:rPr lang="en-GB" sz="1400" dirty="0" err="1"/>
              <a:t>algoritmi</a:t>
            </a:r>
            <a:r>
              <a:rPr lang="en-GB" sz="1400" dirty="0"/>
              <a:t>), </a:t>
            </a:r>
            <a:r>
              <a:rPr lang="en-GB" sz="1400" dirty="0" err="1"/>
              <a:t>opțiune</a:t>
            </a:r>
            <a:r>
              <a:rPr lang="en-GB" sz="1400" dirty="0"/>
              <a:t> </a:t>
            </a:r>
            <a:r>
              <a:rPr lang="en-GB" sz="1400" dirty="0" err="1"/>
              <a:t>ideală</a:t>
            </a:r>
            <a:r>
              <a:rPr lang="en-GB" sz="1400" dirty="0"/>
              <a:t> </a:t>
            </a:r>
            <a:r>
              <a:rPr lang="en-GB" sz="1400" dirty="0" err="1"/>
              <a:t>pentru</a:t>
            </a:r>
            <a:r>
              <a:rPr lang="en-GB" sz="1400" dirty="0"/>
              <a:t> </a:t>
            </a:r>
            <a:r>
              <a:rPr lang="en-GB" sz="1400" dirty="0" err="1"/>
              <a:t>testarea</a:t>
            </a:r>
            <a:r>
              <a:rPr lang="en-GB" sz="1400" dirty="0"/>
              <a:t> </a:t>
            </a:r>
            <a:r>
              <a:rPr lang="en-GB" sz="1400" dirty="0" err="1"/>
              <a:t>rapidă</a:t>
            </a:r>
            <a:r>
              <a:rPr lang="en-GB" sz="1400" dirty="0"/>
              <a:t> a </a:t>
            </a:r>
            <a:r>
              <a:rPr lang="en-GB" sz="1400" dirty="0" err="1"/>
              <a:t>codului</a:t>
            </a:r>
            <a:r>
              <a:rPr lang="en-GB" sz="1400" dirty="0"/>
              <a:t> </a:t>
            </a:r>
            <a:r>
              <a:rPr lang="en-GB" sz="1400" dirty="0" err="1"/>
              <a:t>fără</a:t>
            </a:r>
            <a:r>
              <a:rPr lang="en-GB" sz="1400" dirty="0"/>
              <a:t> a </a:t>
            </a:r>
            <a:r>
              <a:rPr lang="en-GB" sz="1400" dirty="0" err="1"/>
              <a:t>pierde</a:t>
            </a:r>
            <a:r>
              <a:rPr lang="en-GB" sz="1400" dirty="0"/>
              <a:t> </a:t>
            </a:r>
            <a:r>
              <a:rPr lang="en-GB" sz="1400" dirty="0" err="1"/>
              <a:t>timp</a:t>
            </a:r>
            <a:r>
              <a:rPr lang="en-GB" sz="1400" dirty="0"/>
              <a:t> cu </a:t>
            </a:r>
            <a:r>
              <a:rPr lang="en-GB" sz="1400" dirty="0" err="1"/>
              <a:t>tastarea</a:t>
            </a:r>
            <a:r>
              <a:rPr lang="en-GB" sz="1400" dirty="0"/>
              <a:t>.</a:t>
            </a:r>
          </a:p>
          <a:p>
            <a:r>
              <a:rPr lang="en-GB" sz="1400" dirty="0"/>
              <a:t>Din </a:t>
            </a:r>
            <a:r>
              <a:rPr lang="en-GB" sz="1400" dirty="0" err="1"/>
              <a:t>punct</a:t>
            </a:r>
            <a:r>
              <a:rPr lang="en-GB" sz="1400" dirty="0"/>
              <a:t> de </a:t>
            </a:r>
            <a:r>
              <a:rPr lang="en-GB" sz="1400" dirty="0" err="1"/>
              <a:t>vedere</a:t>
            </a:r>
            <a:r>
              <a:rPr lang="en-GB" sz="1400" dirty="0"/>
              <a:t> </a:t>
            </a:r>
            <a:r>
              <a:rPr lang="en-GB" sz="1400" dirty="0" err="1"/>
              <a:t>tehnic</a:t>
            </a:r>
            <a:r>
              <a:rPr lang="en-GB" sz="1400" dirty="0"/>
              <a:t>, </a:t>
            </a:r>
            <a:r>
              <a:rPr lang="en-GB" sz="1400" dirty="0" err="1"/>
              <a:t>elementul</a:t>
            </a:r>
            <a:r>
              <a:rPr lang="en-GB" sz="1400" dirty="0"/>
              <a:t> </a:t>
            </a:r>
            <a:r>
              <a:rPr lang="en-GB" sz="1400" dirty="0" err="1"/>
              <a:t>cheie</a:t>
            </a:r>
            <a:r>
              <a:rPr lang="en-GB" sz="1400" dirty="0"/>
              <a:t> </a:t>
            </a:r>
            <a:r>
              <a:rPr lang="en-GB" sz="1400" dirty="0" err="1"/>
              <a:t>este</a:t>
            </a:r>
            <a:r>
              <a:rPr lang="en-GB" sz="1400" dirty="0"/>
              <a:t> </a:t>
            </a:r>
            <a:r>
              <a:rPr lang="en-GB" sz="1400" dirty="0" err="1"/>
              <a:t>declararea</a:t>
            </a:r>
            <a:r>
              <a:rPr lang="en-GB" sz="1400" dirty="0"/>
              <a:t> global </a:t>
            </a:r>
            <a:r>
              <a:rPr lang="en-GB" sz="1400" dirty="0" err="1"/>
              <a:t>text_curent</a:t>
            </a:r>
            <a:r>
              <a:rPr lang="en-GB" sz="1400" dirty="0"/>
              <a:t>. </a:t>
            </a:r>
            <a:r>
              <a:rPr lang="en-GB" sz="1400" dirty="0" err="1"/>
              <a:t>Aceasta</a:t>
            </a:r>
            <a:r>
              <a:rPr lang="en-GB" sz="1400" dirty="0"/>
              <a:t> </a:t>
            </a:r>
            <a:r>
              <a:rPr lang="en-GB" sz="1400" dirty="0" err="1"/>
              <a:t>asigură</a:t>
            </a:r>
            <a:r>
              <a:rPr lang="en-GB" sz="1400" dirty="0"/>
              <a:t> </a:t>
            </a:r>
            <a:r>
              <a:rPr lang="en-GB" sz="1400" dirty="0" err="1"/>
              <a:t>că</a:t>
            </a:r>
            <a:r>
              <a:rPr lang="en-GB" sz="1400" dirty="0"/>
              <a:t> </a:t>
            </a:r>
            <a:r>
              <a:rPr lang="en-GB" sz="1400" dirty="0" err="1"/>
              <a:t>textul</a:t>
            </a:r>
            <a:r>
              <a:rPr lang="en-GB" sz="1400" dirty="0"/>
              <a:t> </a:t>
            </a:r>
            <a:r>
              <a:rPr lang="en-GB" sz="1400" dirty="0" err="1"/>
              <a:t>citit</a:t>
            </a:r>
            <a:r>
              <a:rPr lang="en-GB" sz="1400" dirty="0"/>
              <a:t> nu se </a:t>
            </a:r>
            <a:r>
              <a:rPr lang="en-GB" sz="1400" dirty="0" err="1"/>
              <a:t>pierde</a:t>
            </a:r>
            <a:r>
              <a:rPr lang="en-GB" sz="1400" dirty="0"/>
              <a:t> la </a:t>
            </a:r>
            <a:r>
              <a:rPr lang="en-GB" sz="1400" dirty="0" err="1"/>
              <a:t>finalul</a:t>
            </a:r>
            <a:r>
              <a:rPr lang="en-GB" sz="1400" dirty="0"/>
              <a:t> </a:t>
            </a:r>
            <a:r>
              <a:rPr lang="en-GB" sz="1400" dirty="0" err="1"/>
              <a:t>funcției</a:t>
            </a:r>
            <a:r>
              <a:rPr lang="en-GB" sz="1400" dirty="0"/>
              <a:t>, ci </a:t>
            </a:r>
            <a:r>
              <a:rPr lang="en-GB" sz="1400" dirty="0" err="1"/>
              <a:t>rămâne</a:t>
            </a:r>
            <a:r>
              <a:rPr lang="en-GB" sz="1400" dirty="0"/>
              <a:t> </a:t>
            </a:r>
            <a:r>
              <a:rPr lang="en-GB" sz="1400" dirty="0" err="1"/>
              <a:t>stocat</a:t>
            </a:r>
            <a:r>
              <a:rPr lang="en-GB" sz="1400" dirty="0"/>
              <a:t> </a:t>
            </a:r>
            <a:r>
              <a:rPr lang="en-GB" sz="1400" dirty="0" err="1"/>
              <a:t>în</a:t>
            </a:r>
            <a:r>
              <a:rPr lang="en-GB" sz="1400" dirty="0"/>
              <a:t> </a:t>
            </a:r>
            <a:r>
              <a:rPr lang="en-GB" sz="1400" dirty="0" err="1"/>
              <a:t>memorie</a:t>
            </a:r>
            <a:r>
              <a:rPr lang="en-GB" sz="1400" dirty="0"/>
              <a:t> </a:t>
            </a:r>
            <a:r>
              <a:rPr lang="en-GB" sz="1400" dirty="0" err="1"/>
              <a:t>pentru</a:t>
            </a:r>
            <a:r>
              <a:rPr lang="en-GB" sz="1400" dirty="0"/>
              <a:t> a fi </a:t>
            </a:r>
            <a:r>
              <a:rPr lang="en-GB" sz="1400" dirty="0" err="1"/>
              <a:t>procesat</a:t>
            </a:r>
            <a:r>
              <a:rPr lang="en-GB" sz="1400" dirty="0"/>
              <a:t> de </a:t>
            </a:r>
            <a:r>
              <a:rPr lang="en-GB" sz="1400" dirty="0" err="1"/>
              <a:t>funcțiile</a:t>
            </a:r>
            <a:r>
              <a:rPr lang="en-GB" sz="1400" dirty="0"/>
              <a:t> </a:t>
            </a:r>
            <a:r>
              <a:rPr lang="en-GB" sz="1400" dirty="0" err="1"/>
              <a:t>viitoare</a:t>
            </a:r>
            <a:r>
              <a:rPr lang="en-GB" sz="1400" dirty="0"/>
              <a:t> ale </a:t>
            </a:r>
            <a:r>
              <a:rPr lang="en-GB" sz="1400" dirty="0" err="1"/>
              <a:t>proiectului</a:t>
            </a:r>
            <a:r>
              <a:rPr lang="en-GB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667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31C4CE-52A1-27FD-250D-4F48771A9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91433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F010D9-4255-81DF-ED02-595BC6B6C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432" y="1907458"/>
            <a:ext cx="7000567" cy="49505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6BDD53-9224-62E7-AC33-2E01B24CCDFB}"/>
              </a:ext>
            </a:extLst>
          </p:cNvPr>
          <p:cNvSpPr txBox="1"/>
          <p:nvPr/>
        </p:nvSpPr>
        <p:spPr>
          <a:xfrm>
            <a:off x="216310" y="3687097"/>
            <a:ext cx="4778477" cy="2585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 err="1"/>
              <a:t>Functia</a:t>
            </a:r>
            <a:r>
              <a:rPr lang="en-GB" b="1" dirty="0"/>
              <a:t> </a:t>
            </a:r>
            <a:r>
              <a:rPr lang="en-GB" b="1" dirty="0" err="1"/>
              <a:t>extrage_cuvinte</a:t>
            </a:r>
            <a:r>
              <a:rPr lang="en-GB" b="1" dirty="0"/>
              <a:t>(text)</a:t>
            </a:r>
            <a:r>
              <a:rPr lang="en-GB" dirty="0"/>
              <a:t>: Este </a:t>
            </a:r>
            <a:r>
              <a:rPr lang="en-GB" dirty="0" err="1"/>
              <a:t>funcția</a:t>
            </a:r>
            <a:r>
              <a:rPr lang="en-GB" dirty="0"/>
              <a:t> </a:t>
            </a:r>
            <a:r>
              <a:rPr lang="en-GB" dirty="0" err="1"/>
              <a:t>responsabilă</a:t>
            </a:r>
            <a:r>
              <a:rPr lang="en-GB" dirty="0"/>
              <a:t> de „</a:t>
            </a:r>
            <a:r>
              <a:rPr lang="en-GB" dirty="0" err="1"/>
              <a:t>curățarea</a:t>
            </a:r>
            <a:r>
              <a:rPr lang="en-GB" dirty="0"/>
              <a:t>” </a:t>
            </a:r>
            <a:r>
              <a:rPr lang="en-GB" dirty="0" err="1"/>
              <a:t>textului</a:t>
            </a:r>
            <a:r>
              <a:rPr lang="en-GB" dirty="0"/>
              <a:t>.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parcurge</a:t>
            </a:r>
            <a:r>
              <a:rPr lang="en-GB" dirty="0"/>
              <a:t> </a:t>
            </a:r>
            <a:r>
              <a:rPr lang="en-GB" dirty="0" err="1"/>
              <a:t>șirul</a:t>
            </a:r>
            <a:r>
              <a:rPr lang="en-GB" dirty="0"/>
              <a:t> </a:t>
            </a:r>
            <a:r>
              <a:rPr lang="en-GB" dirty="0" err="1"/>
              <a:t>caracter</a:t>
            </a:r>
            <a:r>
              <a:rPr lang="en-GB" dirty="0"/>
              <a:t> cu </a:t>
            </a:r>
            <a:r>
              <a:rPr lang="en-GB" dirty="0" err="1"/>
              <a:t>caracter</a:t>
            </a:r>
            <a:r>
              <a:rPr lang="en-GB" dirty="0"/>
              <a:t>, </a:t>
            </a:r>
            <a:r>
              <a:rPr lang="en-GB" dirty="0" err="1"/>
              <a:t>elimină</a:t>
            </a:r>
            <a:r>
              <a:rPr lang="en-GB" dirty="0"/>
              <a:t> </a:t>
            </a:r>
            <a:r>
              <a:rPr lang="en-GB" dirty="0" err="1"/>
              <a:t>punctuația</a:t>
            </a:r>
            <a:r>
              <a:rPr lang="en-GB" dirty="0"/>
              <a:t> (</a:t>
            </a:r>
            <a:r>
              <a:rPr lang="en-GB" dirty="0" err="1"/>
              <a:t>înlocuind</a:t>
            </a:r>
            <a:r>
              <a:rPr lang="en-GB" dirty="0"/>
              <a:t>-o cu </a:t>
            </a:r>
            <a:r>
              <a:rPr lang="en-GB" dirty="0" err="1"/>
              <a:t>spații</a:t>
            </a:r>
            <a:r>
              <a:rPr lang="en-GB" dirty="0"/>
              <a:t>)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convertește</a:t>
            </a:r>
            <a:r>
              <a:rPr lang="en-GB" dirty="0"/>
              <a:t> </a:t>
            </a:r>
            <a:r>
              <a:rPr lang="en-GB" dirty="0" err="1"/>
              <a:t>literele</a:t>
            </a:r>
            <a:r>
              <a:rPr lang="en-GB" dirty="0"/>
              <a:t> </a:t>
            </a:r>
            <a:r>
              <a:rPr lang="en-GB" dirty="0" err="1"/>
              <a:t>mari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mici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uniformitate</a:t>
            </a:r>
            <a:r>
              <a:rPr lang="en-GB" dirty="0"/>
              <a:t>. </a:t>
            </a:r>
            <a:r>
              <a:rPr lang="en-GB" dirty="0" err="1"/>
              <a:t>Apoi</a:t>
            </a:r>
            <a:r>
              <a:rPr lang="en-GB" dirty="0"/>
              <a:t>, </a:t>
            </a:r>
            <a:r>
              <a:rPr lang="en-GB" dirty="0" err="1"/>
              <a:t>construiește</a:t>
            </a:r>
            <a:r>
              <a:rPr lang="en-GB" dirty="0"/>
              <a:t> </a:t>
            </a:r>
            <a:r>
              <a:rPr lang="en-GB" dirty="0" err="1"/>
              <a:t>lista</a:t>
            </a:r>
            <a:r>
              <a:rPr lang="en-GB" dirty="0"/>
              <a:t> de </a:t>
            </a:r>
            <a:r>
              <a:rPr lang="en-GB" dirty="0" err="1"/>
              <a:t>cuvinte</a:t>
            </a:r>
            <a:r>
              <a:rPr lang="en-GB" dirty="0"/>
              <a:t> manual, </a:t>
            </a:r>
            <a:r>
              <a:rPr lang="en-GB" dirty="0" err="1"/>
              <a:t>izolând</a:t>
            </a:r>
            <a:r>
              <a:rPr lang="en-GB" dirty="0"/>
              <a:t> </a:t>
            </a:r>
            <a:r>
              <a:rPr lang="en-GB" dirty="0" err="1"/>
              <a:t>fiecare</a:t>
            </a:r>
            <a:r>
              <a:rPr lang="en-GB" dirty="0"/>
              <a:t> </a:t>
            </a:r>
            <a:r>
              <a:rPr lang="en-GB" dirty="0" err="1"/>
              <a:t>cuvânt</a:t>
            </a:r>
            <a:r>
              <a:rPr lang="en-GB" dirty="0"/>
              <a:t> </a:t>
            </a:r>
            <a:r>
              <a:rPr lang="en-GB" dirty="0" err="1"/>
              <a:t>atunci</a:t>
            </a:r>
            <a:r>
              <a:rPr lang="en-GB" dirty="0"/>
              <a:t> </a:t>
            </a:r>
            <a:r>
              <a:rPr lang="en-GB" dirty="0" err="1"/>
              <a:t>când</a:t>
            </a:r>
            <a:r>
              <a:rPr lang="en-GB" dirty="0"/>
              <a:t> </a:t>
            </a:r>
            <a:r>
              <a:rPr lang="en-GB" dirty="0" err="1"/>
              <a:t>întâlnește</a:t>
            </a:r>
            <a:r>
              <a:rPr lang="en-GB" dirty="0"/>
              <a:t> </a:t>
            </a:r>
            <a:r>
              <a:rPr lang="en-GB" dirty="0" err="1"/>
              <a:t>spații</a:t>
            </a:r>
            <a:r>
              <a:rPr lang="en-GB" dirty="0"/>
              <a:t>, </a:t>
            </a:r>
            <a:r>
              <a:rPr lang="en-GB" dirty="0" err="1"/>
              <a:t>fără</a:t>
            </a:r>
            <a:r>
              <a:rPr lang="en-GB" dirty="0"/>
              <a:t> a </a:t>
            </a:r>
            <a:r>
              <a:rPr lang="en-GB" dirty="0" err="1"/>
              <a:t>apela</a:t>
            </a:r>
            <a:r>
              <a:rPr lang="en-GB" dirty="0"/>
              <a:t> la </a:t>
            </a:r>
            <a:r>
              <a:rPr lang="en-GB" dirty="0" err="1"/>
              <a:t>funcții</a:t>
            </a:r>
            <a:r>
              <a:rPr lang="en-GB" dirty="0"/>
              <a:t> automate standard.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9F0E8E-5672-2C80-5DF0-35FAED2252B8}"/>
              </a:ext>
            </a:extLst>
          </p:cNvPr>
          <p:cNvSpPr txBox="1"/>
          <p:nvPr/>
        </p:nvSpPr>
        <p:spPr>
          <a:xfrm>
            <a:off x="5266278" y="89910"/>
            <a:ext cx="6807735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 err="1"/>
              <a:t>Functia</a:t>
            </a:r>
            <a:r>
              <a:rPr lang="en-GB" b="1" dirty="0"/>
              <a:t> </a:t>
            </a:r>
            <a:r>
              <a:rPr lang="en-GB" b="1" dirty="0" err="1"/>
              <a:t>numar_propozitii</a:t>
            </a:r>
            <a:r>
              <a:rPr lang="en-GB" b="1" dirty="0"/>
              <a:t>(text)</a:t>
            </a:r>
            <a:r>
              <a:rPr lang="en-GB" dirty="0"/>
              <a:t>: </a:t>
            </a:r>
            <a:r>
              <a:rPr lang="en-GB" dirty="0" err="1"/>
              <a:t>Această</a:t>
            </a:r>
            <a:r>
              <a:rPr lang="en-GB" dirty="0"/>
              <a:t> </a:t>
            </a:r>
            <a:r>
              <a:rPr lang="en-GB" dirty="0" err="1"/>
              <a:t>funcție</a:t>
            </a:r>
            <a:r>
              <a:rPr lang="en-GB" dirty="0"/>
              <a:t> </a:t>
            </a:r>
            <a:r>
              <a:rPr lang="en-GB" dirty="0" err="1"/>
              <a:t>calculează</a:t>
            </a:r>
            <a:r>
              <a:rPr lang="en-GB" dirty="0"/>
              <a:t> </a:t>
            </a:r>
            <a:r>
              <a:rPr lang="en-GB" dirty="0" err="1"/>
              <a:t>lungimea</a:t>
            </a:r>
            <a:r>
              <a:rPr lang="en-GB" dirty="0"/>
              <a:t> </a:t>
            </a:r>
            <a:r>
              <a:rPr lang="en-GB" dirty="0" err="1"/>
              <a:t>textului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fraze</a:t>
            </a:r>
            <a:r>
              <a:rPr lang="en-GB" dirty="0"/>
              <a:t>. </a:t>
            </a:r>
            <a:r>
              <a:rPr lang="en-GB" dirty="0" err="1"/>
              <a:t>Algoritmul</a:t>
            </a:r>
            <a:r>
              <a:rPr lang="en-GB" dirty="0"/>
              <a:t> </a:t>
            </a:r>
            <a:r>
              <a:rPr lang="en-GB" dirty="0" err="1"/>
              <a:t>scanează</a:t>
            </a:r>
            <a:r>
              <a:rPr lang="en-GB" dirty="0"/>
              <a:t> </a:t>
            </a:r>
            <a:r>
              <a:rPr lang="en-GB" dirty="0" err="1"/>
              <a:t>textul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creste</a:t>
            </a:r>
            <a:r>
              <a:rPr lang="en-GB" dirty="0"/>
              <a:t> </a:t>
            </a:r>
            <a:r>
              <a:rPr lang="en-GB" dirty="0" err="1"/>
              <a:t>contorul</a:t>
            </a:r>
            <a:r>
              <a:rPr lang="en-GB" dirty="0"/>
              <a:t> de </a:t>
            </a:r>
            <a:r>
              <a:rPr lang="en-GB" dirty="0" err="1"/>
              <a:t>fiecare</a:t>
            </a:r>
            <a:r>
              <a:rPr lang="en-GB" dirty="0"/>
              <a:t> </a:t>
            </a:r>
            <a:r>
              <a:rPr lang="en-GB" dirty="0" err="1"/>
              <a:t>dată</a:t>
            </a:r>
            <a:r>
              <a:rPr lang="en-GB" dirty="0"/>
              <a:t> </a:t>
            </a:r>
            <a:r>
              <a:rPr lang="en-GB" dirty="0" err="1"/>
              <a:t>când</a:t>
            </a:r>
            <a:r>
              <a:rPr lang="en-GB" dirty="0"/>
              <a:t> </a:t>
            </a:r>
            <a:r>
              <a:rPr lang="en-GB" dirty="0" err="1"/>
              <a:t>găsește</a:t>
            </a:r>
            <a:r>
              <a:rPr lang="en-GB" dirty="0"/>
              <a:t> un </a:t>
            </a:r>
            <a:r>
              <a:rPr lang="en-GB" dirty="0" err="1"/>
              <a:t>semn</a:t>
            </a:r>
            <a:r>
              <a:rPr lang="en-GB" dirty="0"/>
              <a:t> de </a:t>
            </a:r>
            <a:r>
              <a:rPr lang="en-GB" dirty="0" err="1"/>
              <a:t>punctuație</a:t>
            </a:r>
            <a:r>
              <a:rPr lang="en-GB" dirty="0"/>
              <a:t> terminal (., !, ?). Include </a:t>
            </a:r>
            <a:r>
              <a:rPr lang="en-GB" dirty="0" err="1"/>
              <a:t>și</a:t>
            </a:r>
            <a:r>
              <a:rPr lang="en-GB" dirty="0"/>
              <a:t> o </a:t>
            </a:r>
            <a:r>
              <a:rPr lang="en-GB" dirty="0" err="1"/>
              <a:t>logică</a:t>
            </a:r>
            <a:r>
              <a:rPr lang="en-GB" dirty="0"/>
              <a:t> de </a:t>
            </a:r>
            <a:r>
              <a:rPr lang="en-GB" dirty="0" err="1"/>
              <a:t>siguranță</a:t>
            </a:r>
            <a:r>
              <a:rPr lang="en-GB" dirty="0"/>
              <a:t>: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există</a:t>
            </a:r>
            <a:r>
              <a:rPr lang="en-GB" dirty="0"/>
              <a:t> text </a:t>
            </a:r>
            <a:r>
              <a:rPr lang="en-GB" dirty="0" err="1"/>
              <a:t>dar</a:t>
            </a:r>
            <a:r>
              <a:rPr lang="en-GB" dirty="0"/>
              <a:t> nu s-a </a:t>
            </a:r>
            <a:r>
              <a:rPr lang="en-GB" dirty="0" err="1"/>
              <a:t>găsit</a:t>
            </a:r>
            <a:r>
              <a:rPr lang="en-GB" dirty="0"/>
              <a:t> </a:t>
            </a:r>
            <a:r>
              <a:rPr lang="en-GB" dirty="0" err="1"/>
              <a:t>niciun</a:t>
            </a:r>
            <a:r>
              <a:rPr lang="en-GB" dirty="0"/>
              <a:t> </a:t>
            </a:r>
            <a:r>
              <a:rPr lang="en-GB" dirty="0" err="1"/>
              <a:t>semn</a:t>
            </a:r>
            <a:r>
              <a:rPr lang="en-GB" dirty="0"/>
              <a:t> de </a:t>
            </a:r>
            <a:r>
              <a:rPr lang="en-GB" dirty="0" err="1"/>
              <a:t>punctuație</a:t>
            </a:r>
            <a:r>
              <a:rPr lang="en-GB" dirty="0"/>
              <a:t>, </a:t>
            </a:r>
            <a:r>
              <a:rPr lang="en-GB" dirty="0" err="1"/>
              <a:t>îl</a:t>
            </a:r>
            <a:r>
              <a:rPr lang="en-GB" dirty="0"/>
              <a:t> </a:t>
            </a:r>
            <a:r>
              <a:rPr lang="en-GB" dirty="0" err="1"/>
              <a:t>consideră</a:t>
            </a:r>
            <a:r>
              <a:rPr lang="en-GB" dirty="0"/>
              <a:t> o </a:t>
            </a:r>
            <a:r>
              <a:rPr lang="en-GB" dirty="0" err="1"/>
              <a:t>singură</a:t>
            </a:r>
            <a:r>
              <a:rPr lang="en-GB" dirty="0"/>
              <a:t> </a:t>
            </a:r>
            <a:r>
              <a:rPr lang="en-GB" dirty="0" err="1"/>
              <a:t>propoziție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479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741D9-D1BE-2BCA-23FD-6A6CF8A4E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2" y="0"/>
            <a:ext cx="5178489" cy="2694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B13267-6B7B-3703-150C-20678E4CA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481" y="0"/>
            <a:ext cx="7037967" cy="3867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E3E0DE-8FA7-8ADF-04EC-8374CCDF1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481" y="3867150"/>
            <a:ext cx="7037967" cy="30717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E7ACFD-646A-E85D-7DB4-B45B52856779}"/>
              </a:ext>
            </a:extLst>
          </p:cNvPr>
          <p:cNvSpPr txBox="1"/>
          <p:nvPr/>
        </p:nvSpPr>
        <p:spPr>
          <a:xfrm>
            <a:off x="202074" y="2993120"/>
            <a:ext cx="4914323" cy="35394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Aceasta</a:t>
            </a:r>
            <a:r>
              <a:rPr lang="en-GB" sz="1400" dirty="0"/>
              <a:t> </a:t>
            </a:r>
            <a:r>
              <a:rPr lang="en-GB" sz="1400" dirty="0" err="1"/>
              <a:t>parte</a:t>
            </a:r>
            <a:r>
              <a:rPr lang="en-GB" sz="1400" dirty="0"/>
              <a:t> a </a:t>
            </a:r>
            <a:r>
              <a:rPr lang="en-GB" sz="1400" dirty="0" err="1"/>
              <a:t>codului</a:t>
            </a:r>
            <a:r>
              <a:rPr lang="en-GB" sz="1400" dirty="0"/>
              <a:t> </a:t>
            </a:r>
            <a:r>
              <a:rPr lang="en-GB" sz="1400" dirty="0" err="1"/>
              <a:t>este</a:t>
            </a:r>
            <a:r>
              <a:rPr lang="en-GB" sz="1400" dirty="0"/>
              <a:t> </a:t>
            </a:r>
            <a:r>
              <a:rPr lang="en-GB" sz="1400" dirty="0" err="1"/>
              <a:t>împărțit</a:t>
            </a:r>
            <a:r>
              <a:rPr lang="en-GB" sz="1400" dirty="0"/>
              <a:t> </a:t>
            </a:r>
            <a:r>
              <a:rPr lang="en-GB" sz="1400" dirty="0" err="1"/>
              <a:t>în</a:t>
            </a:r>
            <a:r>
              <a:rPr lang="en-GB" sz="1400" dirty="0"/>
              <a:t> </a:t>
            </a:r>
            <a:r>
              <a:rPr lang="en-GB" sz="1400" dirty="0" err="1"/>
              <a:t>două</a:t>
            </a:r>
            <a:r>
              <a:rPr lang="en-GB" sz="1400" dirty="0"/>
              <a:t> </a:t>
            </a:r>
            <a:r>
              <a:rPr lang="en-GB" sz="1400" dirty="0" err="1"/>
              <a:t>componente</a:t>
            </a:r>
            <a:r>
              <a:rPr lang="en-GB" sz="1400" dirty="0"/>
              <a:t> </a:t>
            </a:r>
            <a:r>
              <a:rPr lang="en-GB" sz="1400" dirty="0" err="1"/>
              <a:t>logice</a:t>
            </a:r>
            <a:r>
              <a:rPr lang="en-GB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numar_paragrafe</a:t>
            </a:r>
            <a:r>
              <a:rPr lang="en-GB" sz="1400" b="1" dirty="0"/>
              <a:t>(text)</a:t>
            </a:r>
            <a:r>
              <a:rPr lang="en-GB" sz="1400" dirty="0"/>
              <a:t>: </a:t>
            </a:r>
            <a:r>
              <a:rPr lang="en-GB" sz="1400" dirty="0" err="1"/>
              <a:t>Implementează</a:t>
            </a:r>
            <a:r>
              <a:rPr lang="en-GB" sz="1400" dirty="0"/>
              <a:t> o </a:t>
            </a:r>
            <a:r>
              <a:rPr lang="en-GB" sz="1400" dirty="0" err="1"/>
              <a:t>logică</a:t>
            </a:r>
            <a:r>
              <a:rPr lang="en-GB" sz="1400" dirty="0"/>
              <a:t> de </a:t>
            </a:r>
            <a:r>
              <a:rPr lang="en-GB" sz="1400" dirty="0" err="1"/>
              <a:t>detectare</a:t>
            </a:r>
            <a:r>
              <a:rPr lang="en-GB" sz="1400" dirty="0"/>
              <a:t> a </a:t>
            </a:r>
            <a:r>
              <a:rPr lang="en-GB" sz="1400" dirty="0" err="1"/>
              <a:t>structurii</a:t>
            </a:r>
            <a:r>
              <a:rPr lang="en-GB" sz="1400" dirty="0"/>
              <a:t> </a:t>
            </a:r>
            <a:r>
              <a:rPr lang="en-GB" sz="1400" dirty="0" err="1"/>
              <a:t>vizuale</a:t>
            </a:r>
            <a:r>
              <a:rPr lang="en-GB" sz="1400" dirty="0"/>
              <a:t>. </a:t>
            </a:r>
            <a:r>
              <a:rPr lang="en-GB" sz="1400" dirty="0" err="1"/>
              <a:t>Funcția</a:t>
            </a:r>
            <a:r>
              <a:rPr lang="en-GB" sz="1400" dirty="0"/>
              <a:t> </a:t>
            </a:r>
            <a:r>
              <a:rPr lang="en-GB" sz="1400" dirty="0" err="1"/>
              <a:t>parcurge</a:t>
            </a:r>
            <a:r>
              <a:rPr lang="en-GB" sz="1400" dirty="0"/>
              <a:t> </a:t>
            </a:r>
            <a:r>
              <a:rPr lang="en-GB" sz="1400" dirty="0" err="1"/>
              <a:t>textul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</a:t>
            </a:r>
            <a:r>
              <a:rPr lang="en-GB" sz="1400" dirty="0" err="1"/>
              <a:t>identifică</a:t>
            </a:r>
            <a:r>
              <a:rPr lang="en-GB" sz="1400" dirty="0"/>
              <a:t> </a:t>
            </a:r>
            <a:r>
              <a:rPr lang="en-GB" sz="1400" dirty="0" err="1"/>
              <a:t>grupurile</a:t>
            </a:r>
            <a:r>
              <a:rPr lang="en-GB" sz="1400" dirty="0"/>
              <a:t> de </a:t>
            </a:r>
            <a:r>
              <a:rPr lang="en-GB" sz="1400" dirty="0" err="1"/>
              <a:t>conținut</a:t>
            </a:r>
            <a:r>
              <a:rPr lang="en-GB" sz="1400" dirty="0"/>
              <a:t> separate </a:t>
            </a:r>
            <a:r>
              <a:rPr lang="en-GB" sz="1400" dirty="0" err="1"/>
              <a:t>prin</a:t>
            </a:r>
            <a:r>
              <a:rPr lang="en-GB" sz="1400" dirty="0"/>
              <a:t> </a:t>
            </a:r>
            <a:r>
              <a:rPr lang="en-GB" sz="1400" dirty="0" err="1"/>
              <a:t>linii</a:t>
            </a:r>
            <a:r>
              <a:rPr lang="en-GB" sz="1400" dirty="0"/>
              <a:t> </a:t>
            </a:r>
            <a:r>
              <a:rPr lang="en-GB" sz="1400" dirty="0" err="1"/>
              <a:t>goale</a:t>
            </a:r>
            <a:r>
              <a:rPr lang="en-GB" sz="1400" dirty="0"/>
              <a:t> , </a:t>
            </a:r>
            <a:r>
              <a:rPr lang="en-GB" sz="1400" dirty="0" err="1"/>
              <a:t>crescand</a:t>
            </a:r>
            <a:r>
              <a:rPr lang="en-GB" sz="1400" dirty="0"/>
              <a:t> </a:t>
            </a:r>
            <a:r>
              <a:rPr lang="en-GB" sz="1400" dirty="0" err="1"/>
              <a:t>contorul</a:t>
            </a:r>
            <a:r>
              <a:rPr lang="en-GB" sz="1400" dirty="0"/>
              <a:t> </a:t>
            </a:r>
            <a:r>
              <a:rPr lang="en-GB" sz="1400" dirty="0" err="1"/>
              <a:t>doar</a:t>
            </a:r>
            <a:r>
              <a:rPr lang="en-GB" sz="1400" dirty="0"/>
              <a:t> </a:t>
            </a:r>
            <a:r>
              <a:rPr lang="en-GB" sz="1400" dirty="0" err="1"/>
              <a:t>atunci</a:t>
            </a:r>
            <a:r>
              <a:rPr lang="en-GB" sz="1400" dirty="0"/>
              <a:t> </a:t>
            </a:r>
            <a:r>
              <a:rPr lang="en-GB" sz="1400" dirty="0" err="1"/>
              <a:t>când</a:t>
            </a:r>
            <a:r>
              <a:rPr lang="en-GB" sz="1400" dirty="0"/>
              <a:t> </a:t>
            </a:r>
            <a:r>
              <a:rPr lang="en-GB" sz="1400" dirty="0" err="1"/>
              <a:t>începe</a:t>
            </a:r>
            <a:r>
              <a:rPr lang="en-GB" sz="1400" dirty="0"/>
              <a:t> un nou bloc de text </a:t>
            </a:r>
            <a:r>
              <a:rPr lang="en-GB" sz="1400" dirty="0" err="1"/>
              <a:t>efectiv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statistici_de_baza</a:t>
            </a:r>
            <a:r>
              <a:rPr lang="en-GB" sz="1400" b="1" dirty="0"/>
              <a:t>()</a:t>
            </a:r>
            <a:r>
              <a:rPr lang="en-GB" sz="1400" dirty="0"/>
              <a:t>: </a:t>
            </a:r>
            <a:r>
              <a:rPr lang="en-GB" sz="1400" dirty="0" err="1"/>
              <a:t>Aceasta</a:t>
            </a:r>
            <a:r>
              <a:rPr lang="en-GB" sz="1400" dirty="0"/>
              <a:t> </a:t>
            </a:r>
            <a:r>
              <a:rPr lang="en-GB" sz="1400" dirty="0" err="1"/>
              <a:t>este</a:t>
            </a:r>
            <a:r>
              <a:rPr lang="en-GB" sz="1400" dirty="0"/>
              <a:t> </a:t>
            </a:r>
            <a:r>
              <a:rPr lang="en-GB" sz="1400" dirty="0" err="1"/>
              <a:t>funcția</a:t>
            </a:r>
            <a:r>
              <a:rPr lang="en-GB" sz="1400" dirty="0"/>
              <a:t> care </a:t>
            </a:r>
            <a:r>
              <a:rPr lang="en-GB" sz="1400" dirty="0" err="1"/>
              <a:t>centralizează</a:t>
            </a:r>
            <a:r>
              <a:rPr lang="en-GB" sz="1400" dirty="0"/>
              <a:t> </a:t>
            </a:r>
            <a:r>
              <a:rPr lang="en-GB" sz="1400" dirty="0" err="1"/>
              <a:t>toate</a:t>
            </a:r>
            <a:r>
              <a:rPr lang="en-GB" sz="1400" dirty="0"/>
              <a:t> </a:t>
            </a:r>
            <a:r>
              <a:rPr lang="en-GB" sz="1400" dirty="0" err="1"/>
              <a:t>datele</a:t>
            </a:r>
            <a:r>
              <a:rPr lang="en-GB" sz="1400" dirty="0"/>
              <a:t>. </a:t>
            </a:r>
            <a:r>
              <a:rPr lang="en-GB" sz="1400" dirty="0" err="1"/>
              <a:t>Ea</a:t>
            </a:r>
            <a:r>
              <a:rPr lang="en-GB" sz="1400" dirty="0"/>
              <a:t> </a:t>
            </a:r>
            <a:r>
              <a:rPr lang="en-GB" sz="1400" dirty="0" err="1"/>
              <a:t>calculează</a:t>
            </a:r>
            <a:r>
              <a:rPr lang="en-GB" sz="1400" dirty="0"/>
              <a:t> manual </a:t>
            </a:r>
            <a:r>
              <a:rPr lang="en-GB" sz="1400" dirty="0" err="1"/>
              <a:t>caracterele</a:t>
            </a:r>
            <a:r>
              <a:rPr lang="en-GB" sz="1400" dirty="0"/>
              <a:t> (</a:t>
            </a:r>
            <a:r>
              <a:rPr lang="en-GB" sz="1400" dirty="0" err="1"/>
              <a:t>excluzând</a:t>
            </a:r>
            <a:r>
              <a:rPr lang="en-GB" sz="1400" dirty="0"/>
              <a:t> </a:t>
            </a:r>
            <a:r>
              <a:rPr lang="en-GB" sz="1400" dirty="0" err="1"/>
              <a:t>spațiile</a:t>
            </a:r>
            <a:r>
              <a:rPr lang="en-GB" sz="1400" dirty="0"/>
              <a:t> </a:t>
            </a:r>
            <a:r>
              <a:rPr lang="en-GB" sz="1400" dirty="0" err="1"/>
              <a:t>albe</a:t>
            </a:r>
            <a:r>
              <a:rPr lang="en-GB" sz="1400" dirty="0"/>
              <a:t> </a:t>
            </a:r>
            <a:r>
              <a:rPr lang="en-GB" sz="1400" dirty="0" err="1"/>
              <a:t>printr</a:t>
            </a:r>
            <a:r>
              <a:rPr lang="en-GB" sz="1400" dirty="0"/>
              <a:t>-o </a:t>
            </a:r>
            <a:r>
              <a:rPr lang="en-GB" sz="1400" dirty="0" err="1"/>
              <a:t>buclă</a:t>
            </a:r>
            <a:r>
              <a:rPr lang="en-GB" sz="1400" dirty="0"/>
              <a:t> while), </a:t>
            </a:r>
            <a:r>
              <a:rPr lang="en-GB" sz="1400" dirty="0" err="1"/>
              <a:t>apoi</a:t>
            </a:r>
            <a:r>
              <a:rPr lang="en-GB" sz="1400" dirty="0"/>
              <a:t> </a:t>
            </a:r>
            <a:r>
              <a:rPr lang="en-GB" sz="1400" dirty="0" err="1"/>
              <a:t>reuneste</a:t>
            </a:r>
            <a:r>
              <a:rPr lang="en-GB" sz="1400" dirty="0"/>
              <a:t> </a:t>
            </a:r>
            <a:r>
              <a:rPr lang="en-GB" sz="1400" dirty="0" err="1"/>
              <a:t>rezultatele</a:t>
            </a:r>
            <a:r>
              <a:rPr lang="en-GB" sz="1400" dirty="0"/>
              <a:t> </a:t>
            </a:r>
            <a:r>
              <a:rPr lang="en-GB" sz="1400" dirty="0" err="1"/>
              <a:t>funcțiilor</a:t>
            </a:r>
            <a:r>
              <a:rPr lang="en-GB" sz="1400" dirty="0"/>
              <a:t> </a:t>
            </a:r>
            <a:r>
              <a:rPr lang="en-GB" sz="1400" dirty="0" err="1"/>
              <a:t>anterioare</a:t>
            </a:r>
            <a:r>
              <a:rPr lang="en-GB" sz="1400" dirty="0"/>
              <a:t> </a:t>
            </a:r>
            <a:r>
              <a:rPr lang="en-GB" sz="1400" dirty="0" err="1"/>
              <a:t>pentru</a:t>
            </a:r>
            <a:r>
              <a:rPr lang="en-GB" sz="1400" dirty="0"/>
              <a:t> a genera un </a:t>
            </a:r>
            <a:r>
              <a:rPr lang="en-GB" sz="1400" dirty="0" err="1"/>
              <a:t>raport</a:t>
            </a:r>
            <a:r>
              <a:rPr lang="en-GB" sz="1400" dirty="0"/>
              <a:t> </a:t>
            </a:r>
            <a:r>
              <a:rPr lang="en-GB" sz="1400" dirty="0" err="1"/>
              <a:t>complet</a:t>
            </a:r>
            <a:r>
              <a:rPr lang="en-GB" sz="1400" dirty="0"/>
              <a:t>. Pe </a:t>
            </a:r>
            <a:r>
              <a:rPr lang="en-GB" sz="1400" dirty="0" err="1"/>
              <a:t>lângă</a:t>
            </a:r>
            <a:r>
              <a:rPr lang="en-GB" sz="1400" dirty="0"/>
              <a:t> </a:t>
            </a:r>
            <a:r>
              <a:rPr lang="en-GB" sz="1400" dirty="0" err="1"/>
              <a:t>numărători</a:t>
            </a:r>
            <a:r>
              <a:rPr lang="en-GB" sz="1400" dirty="0"/>
              <a:t> simple, </a:t>
            </a:r>
            <a:r>
              <a:rPr lang="en-GB" sz="1400" dirty="0" err="1"/>
              <a:t>efectuează</a:t>
            </a:r>
            <a:r>
              <a:rPr lang="en-GB" sz="1400" dirty="0"/>
              <a:t> </a:t>
            </a:r>
            <a:r>
              <a:rPr lang="en-GB" sz="1400" dirty="0" err="1"/>
              <a:t>calcule</a:t>
            </a:r>
            <a:r>
              <a:rPr lang="en-GB" sz="1400" dirty="0"/>
              <a:t> derivate </a:t>
            </a:r>
            <a:r>
              <a:rPr lang="en-GB" sz="1400" dirty="0" err="1"/>
              <a:t>importante</a:t>
            </a:r>
            <a:r>
              <a:rPr lang="en-GB" sz="1400" dirty="0"/>
              <a:t>, precum </a:t>
            </a:r>
            <a:r>
              <a:rPr lang="en-GB" sz="1400" b="1" dirty="0" err="1"/>
              <a:t>lungimea</a:t>
            </a:r>
            <a:r>
              <a:rPr lang="en-GB" sz="1400" b="1" dirty="0"/>
              <a:t> </a:t>
            </a:r>
            <a:r>
              <a:rPr lang="en-GB" sz="1400" b="1" dirty="0" err="1"/>
              <a:t>medie</a:t>
            </a:r>
            <a:r>
              <a:rPr lang="en-GB" sz="1400" b="1" dirty="0"/>
              <a:t> a </a:t>
            </a:r>
            <a:r>
              <a:rPr lang="en-GB" sz="1400" b="1" dirty="0" err="1"/>
              <a:t>cuvintelor</a:t>
            </a:r>
            <a:r>
              <a:rPr lang="en-GB" sz="1400" dirty="0"/>
              <a:t> </a:t>
            </a:r>
            <a:r>
              <a:rPr lang="en-GB" sz="1400" dirty="0" err="1"/>
              <a:t>sau</a:t>
            </a:r>
            <a:r>
              <a:rPr lang="en-GB" sz="1400" dirty="0"/>
              <a:t> </a:t>
            </a:r>
            <a:r>
              <a:rPr lang="en-GB" sz="1400" b="1" dirty="0" err="1"/>
              <a:t>densitatea</a:t>
            </a:r>
            <a:r>
              <a:rPr lang="en-GB" sz="1400" b="1" dirty="0"/>
              <a:t> </a:t>
            </a:r>
            <a:r>
              <a:rPr lang="en-GB" sz="1400" b="1" dirty="0" err="1"/>
              <a:t>cuvintelor</a:t>
            </a:r>
            <a:r>
              <a:rPr lang="en-GB" sz="1400" b="1" dirty="0"/>
              <a:t> pe </a:t>
            </a:r>
            <a:r>
              <a:rPr lang="en-GB" sz="1400" b="1" dirty="0" err="1"/>
              <a:t>propoziție</a:t>
            </a:r>
            <a:r>
              <a:rPr lang="en-GB" sz="1400" dirty="0"/>
              <a:t>, </a:t>
            </a:r>
            <a:r>
              <a:rPr lang="en-GB" sz="1400" dirty="0" err="1"/>
              <a:t>oferind</a:t>
            </a:r>
            <a:r>
              <a:rPr lang="en-GB" sz="1400" dirty="0"/>
              <a:t> </a:t>
            </a:r>
            <a:r>
              <a:rPr lang="en-GB" sz="1400" dirty="0" err="1"/>
              <a:t>utilizatorului</a:t>
            </a:r>
            <a:r>
              <a:rPr lang="en-GB" sz="1400" dirty="0"/>
              <a:t> o imagine </a:t>
            </a:r>
            <a:r>
              <a:rPr lang="en-GB" sz="1400" dirty="0" err="1"/>
              <a:t>clară</a:t>
            </a:r>
            <a:r>
              <a:rPr lang="en-GB" sz="1400" dirty="0"/>
              <a:t> </a:t>
            </a:r>
            <a:r>
              <a:rPr lang="en-GB" sz="1400" dirty="0" err="1"/>
              <a:t>asupra</a:t>
            </a:r>
            <a:r>
              <a:rPr lang="en-GB" sz="1400" dirty="0"/>
              <a:t> </a:t>
            </a:r>
            <a:r>
              <a:rPr lang="en-GB" sz="1400" dirty="0" err="1"/>
              <a:t>complexității</a:t>
            </a:r>
            <a:r>
              <a:rPr lang="en-GB" sz="1400" dirty="0"/>
              <a:t> </a:t>
            </a:r>
            <a:r>
              <a:rPr lang="en-GB" sz="1400" dirty="0" err="1"/>
              <a:t>textului</a:t>
            </a:r>
            <a:r>
              <a:rPr lang="en-GB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742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480C54-52B0-014C-E0A3-EAAE6727E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44934" cy="4363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3021AC-5873-9FE6-4B4E-ED701DED3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" y="4363378"/>
            <a:ext cx="5044934" cy="24946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FF5915-6162-1BB5-EB11-3A4A217A2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934" y="2494620"/>
            <a:ext cx="7147066" cy="43633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AB7682-E504-30A2-F389-909876E6F24B}"/>
              </a:ext>
            </a:extLst>
          </p:cNvPr>
          <p:cNvSpPr txBox="1"/>
          <p:nvPr/>
        </p:nvSpPr>
        <p:spPr>
          <a:xfrm>
            <a:off x="5132439" y="196645"/>
            <a:ext cx="6941574" cy="224676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 err="1"/>
              <a:t>Funcția</a:t>
            </a:r>
            <a:r>
              <a:rPr lang="en-GB" sz="1400" dirty="0"/>
              <a:t> </a:t>
            </a:r>
            <a:r>
              <a:rPr lang="en-GB" sz="1400" dirty="0" err="1"/>
              <a:t>analizează</a:t>
            </a:r>
            <a:r>
              <a:rPr lang="en-GB" sz="1400" dirty="0"/>
              <a:t> </a:t>
            </a:r>
            <a:r>
              <a:rPr lang="en-GB" sz="1400" dirty="0" err="1"/>
              <a:t>textul</a:t>
            </a:r>
            <a:r>
              <a:rPr lang="en-GB" sz="1400" dirty="0"/>
              <a:t> </a:t>
            </a:r>
            <a:r>
              <a:rPr lang="en-GB" sz="1400" dirty="0" err="1"/>
              <a:t>încărcat</a:t>
            </a:r>
            <a:r>
              <a:rPr lang="en-GB" sz="1400" dirty="0"/>
              <a:t> </a:t>
            </a:r>
            <a:r>
              <a:rPr lang="en-GB" sz="1400" dirty="0" err="1"/>
              <a:t>pentru</a:t>
            </a:r>
            <a:r>
              <a:rPr lang="en-GB" sz="1400" dirty="0"/>
              <a:t> a genera un top al </a:t>
            </a:r>
            <a:r>
              <a:rPr lang="en-GB" sz="1400" dirty="0" err="1"/>
              <a:t>celor</a:t>
            </a:r>
            <a:r>
              <a:rPr lang="en-GB" sz="1400" dirty="0"/>
              <a:t> </a:t>
            </a:r>
            <a:r>
              <a:rPr lang="en-GB" sz="1400" dirty="0" err="1"/>
              <a:t>mai</a:t>
            </a:r>
            <a:r>
              <a:rPr lang="en-GB" sz="1400" dirty="0"/>
              <a:t> </a:t>
            </a:r>
            <a:r>
              <a:rPr lang="en-GB" sz="1400" dirty="0" err="1"/>
              <a:t>utilizate</a:t>
            </a:r>
            <a:r>
              <a:rPr lang="en-GB" sz="1400" dirty="0"/>
              <a:t> 15 </a:t>
            </a:r>
            <a:r>
              <a:rPr lang="en-GB" sz="1400" dirty="0" err="1"/>
              <a:t>cuvinte</a:t>
            </a:r>
            <a:r>
              <a:rPr lang="en-GB" sz="1400" dirty="0"/>
              <a:t>.</a:t>
            </a:r>
          </a:p>
          <a:p>
            <a:r>
              <a:rPr lang="en-GB" sz="1400" dirty="0" err="1"/>
              <a:t>Codul</a:t>
            </a:r>
            <a:r>
              <a:rPr lang="en-GB" sz="1400" dirty="0"/>
              <a:t> </a:t>
            </a:r>
            <a:r>
              <a:rPr lang="en-GB" sz="1400" dirty="0" err="1"/>
              <a:t>parcurge</a:t>
            </a:r>
            <a:r>
              <a:rPr lang="en-GB" sz="1400" dirty="0"/>
              <a:t> </a:t>
            </a:r>
            <a:r>
              <a:rPr lang="en-GB" sz="1400" dirty="0" err="1"/>
              <a:t>trei</a:t>
            </a:r>
            <a:r>
              <a:rPr lang="en-GB" sz="1400" dirty="0"/>
              <a:t> </a:t>
            </a:r>
            <a:r>
              <a:rPr lang="en-GB" sz="1400" dirty="0" err="1"/>
              <a:t>etape</a:t>
            </a:r>
            <a:r>
              <a:rPr lang="en-GB" sz="1400" dirty="0"/>
              <a:t> </a:t>
            </a:r>
            <a:r>
              <a:rPr lang="en-GB" sz="1400" dirty="0" err="1"/>
              <a:t>logice</a:t>
            </a:r>
            <a:r>
              <a:rPr lang="en-GB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Numărare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Calculează</a:t>
            </a:r>
            <a:r>
              <a:rPr lang="en-GB" sz="1400" dirty="0"/>
              <a:t> manual </a:t>
            </a:r>
            <a:r>
              <a:rPr lang="en-GB" sz="1400" dirty="0" err="1"/>
              <a:t>aparițiile</a:t>
            </a:r>
            <a:r>
              <a:rPr lang="en-GB" sz="1400" dirty="0"/>
              <a:t> </a:t>
            </a:r>
            <a:r>
              <a:rPr lang="en-GB" sz="1400" dirty="0" err="1"/>
              <a:t>fiecărui</a:t>
            </a:r>
            <a:r>
              <a:rPr lang="en-GB" sz="1400" dirty="0"/>
              <a:t> </a:t>
            </a:r>
            <a:r>
              <a:rPr lang="en-GB" sz="1400" dirty="0" err="1"/>
              <a:t>cuvânt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le </a:t>
            </a:r>
            <a:r>
              <a:rPr lang="en-GB" sz="1400" dirty="0" err="1"/>
              <a:t>stochează</a:t>
            </a:r>
            <a:r>
              <a:rPr lang="en-GB" sz="1400" dirty="0"/>
              <a:t> </a:t>
            </a:r>
            <a:r>
              <a:rPr lang="en-GB" sz="1400" dirty="0" err="1"/>
              <a:t>într</a:t>
            </a:r>
            <a:r>
              <a:rPr lang="en-GB" sz="1400" dirty="0"/>
              <a:t>-un </a:t>
            </a:r>
            <a:r>
              <a:rPr lang="en-GB" sz="1400" dirty="0" err="1"/>
              <a:t>dicționar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Sortare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Ordonează</a:t>
            </a:r>
            <a:r>
              <a:rPr lang="en-GB" sz="1400" dirty="0"/>
              <a:t> </a:t>
            </a:r>
            <a:r>
              <a:rPr lang="en-GB" sz="1400" dirty="0" err="1"/>
              <a:t>lista</a:t>
            </a:r>
            <a:r>
              <a:rPr lang="en-GB" sz="1400" dirty="0"/>
              <a:t> </a:t>
            </a:r>
            <a:r>
              <a:rPr lang="en-GB" sz="1400" dirty="0" err="1"/>
              <a:t>descrescător</a:t>
            </a:r>
            <a:r>
              <a:rPr lang="en-GB" sz="1400" dirty="0"/>
              <a:t> </a:t>
            </a:r>
            <a:r>
              <a:rPr lang="en-GB" sz="1400" dirty="0" err="1"/>
              <a:t>după</a:t>
            </a:r>
            <a:r>
              <a:rPr lang="en-GB" sz="1400" dirty="0"/>
              <a:t> </a:t>
            </a:r>
            <a:r>
              <a:rPr lang="en-GB" sz="1400" dirty="0" err="1"/>
              <a:t>frecvență</a:t>
            </a:r>
            <a:r>
              <a:rPr lang="en-GB" sz="1400" dirty="0"/>
              <a:t>, </a:t>
            </a:r>
            <a:r>
              <a:rPr lang="en-GB" sz="1400" dirty="0" err="1"/>
              <a:t>folosind</a:t>
            </a:r>
            <a:r>
              <a:rPr lang="en-GB" sz="1400" dirty="0"/>
              <a:t> </a:t>
            </a:r>
            <a:r>
              <a:rPr lang="en-GB" sz="1400" dirty="0" err="1"/>
              <a:t>algoritmul</a:t>
            </a:r>
            <a:r>
              <a:rPr lang="en-GB" sz="1400" dirty="0"/>
              <a:t> Bubble Sort.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Afișare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Printează</a:t>
            </a:r>
            <a:r>
              <a:rPr lang="en-GB" sz="1400" dirty="0"/>
              <a:t> </a:t>
            </a:r>
            <a:r>
              <a:rPr lang="en-GB" sz="1400" dirty="0" err="1"/>
              <a:t>rezultatele</a:t>
            </a:r>
            <a:r>
              <a:rPr lang="en-GB" sz="1400" dirty="0"/>
              <a:t> sub forma </a:t>
            </a:r>
            <a:r>
              <a:rPr lang="en-GB" sz="1400" dirty="0" err="1"/>
              <a:t>unei</a:t>
            </a:r>
            <a:r>
              <a:rPr lang="en-GB" sz="1400" dirty="0"/>
              <a:t> </a:t>
            </a:r>
            <a:r>
              <a:rPr lang="en-GB" sz="1400" dirty="0" err="1"/>
              <a:t>histograme</a:t>
            </a:r>
            <a:r>
              <a:rPr lang="en-GB" sz="1400" dirty="0"/>
              <a:t> </a:t>
            </a:r>
            <a:r>
              <a:rPr lang="en-GB" sz="1400" dirty="0" err="1"/>
              <a:t>în</a:t>
            </a:r>
            <a:r>
              <a:rPr lang="en-GB" sz="1400" dirty="0"/>
              <a:t> </a:t>
            </a:r>
            <a:r>
              <a:rPr lang="en-GB" sz="1400" dirty="0" err="1"/>
              <a:t>consolă</a:t>
            </a:r>
            <a:r>
              <a:rPr lang="en-GB" sz="1400" dirty="0"/>
              <a:t>, </a:t>
            </a:r>
            <a:r>
              <a:rPr lang="en-GB" sz="1400" dirty="0" err="1"/>
              <a:t>desenând</a:t>
            </a:r>
            <a:r>
              <a:rPr lang="en-GB" sz="1400" dirty="0"/>
              <a:t> bare </a:t>
            </a:r>
            <a:r>
              <a:rPr lang="en-GB" sz="1400" dirty="0" err="1"/>
              <a:t>vizuale</a:t>
            </a:r>
            <a:r>
              <a:rPr lang="en-GB" sz="1400" dirty="0"/>
              <a:t> </a:t>
            </a:r>
            <a:r>
              <a:rPr lang="en-GB" sz="1400" dirty="0" err="1"/>
              <a:t>proporționale</a:t>
            </a:r>
            <a:r>
              <a:rPr lang="en-GB" sz="1400" dirty="0"/>
              <a:t> cu </a:t>
            </a:r>
            <a:r>
              <a:rPr lang="en-GB" sz="1400" dirty="0" err="1"/>
              <a:t>frecvența</a:t>
            </a:r>
            <a:r>
              <a:rPr lang="en-GB" sz="1400" dirty="0"/>
              <a:t> </a:t>
            </a:r>
            <a:r>
              <a:rPr lang="en-GB" sz="1400" dirty="0" err="1"/>
              <a:t>maximă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</a:t>
            </a:r>
            <a:r>
              <a:rPr lang="en-GB" sz="1400" dirty="0" err="1"/>
              <a:t>scurtând</a:t>
            </a:r>
            <a:r>
              <a:rPr lang="en-GB" sz="1400" dirty="0"/>
              <a:t> </a:t>
            </a:r>
            <a:r>
              <a:rPr lang="en-GB" sz="1400" dirty="0" err="1"/>
              <a:t>cuvintele</a:t>
            </a:r>
            <a:r>
              <a:rPr lang="en-GB" sz="1400" dirty="0"/>
              <a:t> </a:t>
            </a:r>
            <a:r>
              <a:rPr lang="en-GB" sz="1400" dirty="0" err="1"/>
              <a:t>prea</a:t>
            </a:r>
            <a:r>
              <a:rPr lang="en-GB" sz="1400" dirty="0"/>
              <a:t> lungi </a:t>
            </a:r>
            <a:r>
              <a:rPr lang="en-GB" sz="1400" dirty="0" err="1"/>
              <a:t>pentru</a:t>
            </a:r>
            <a:r>
              <a:rPr lang="en-GB" sz="1400" dirty="0"/>
              <a:t> a </a:t>
            </a:r>
            <a:r>
              <a:rPr lang="en-GB" sz="1400" dirty="0" err="1"/>
              <a:t>menține</a:t>
            </a:r>
            <a:r>
              <a:rPr lang="en-GB" sz="1400" dirty="0"/>
              <a:t> un aspect </a:t>
            </a:r>
            <a:r>
              <a:rPr lang="en-GB" sz="1400" dirty="0" err="1"/>
              <a:t>ordonat</a:t>
            </a:r>
            <a:r>
              <a:rPr lang="en-GB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1497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C0EACA-4C1D-15F9-B166-3D0CEDDBD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10BCAF-4E1A-6FED-CA1A-EF98043CB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886" y="0"/>
            <a:ext cx="6373114" cy="4109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967803-6BEB-4C82-CA24-017242679042}"/>
              </a:ext>
            </a:extLst>
          </p:cNvPr>
          <p:cNvSpPr txBox="1"/>
          <p:nvPr/>
        </p:nvSpPr>
        <p:spPr>
          <a:xfrm>
            <a:off x="5903365" y="4247034"/>
            <a:ext cx="6204155" cy="224676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 err="1"/>
              <a:t>Funcția</a:t>
            </a:r>
            <a:r>
              <a:rPr lang="en-GB" sz="1400" dirty="0"/>
              <a:t> </a:t>
            </a:r>
            <a:r>
              <a:rPr lang="en-GB" sz="1400" dirty="0" err="1"/>
              <a:t>generează</a:t>
            </a:r>
            <a:r>
              <a:rPr lang="en-GB" sz="1400" dirty="0"/>
              <a:t> o </a:t>
            </a:r>
            <a:r>
              <a:rPr lang="en-GB" sz="1400" b="1" dirty="0" err="1"/>
              <a:t>statistică</a:t>
            </a:r>
            <a:r>
              <a:rPr lang="en-GB" sz="1400" b="1" dirty="0"/>
              <a:t> a </a:t>
            </a:r>
            <a:r>
              <a:rPr lang="en-GB" sz="1400" b="1" dirty="0" err="1"/>
              <a:t>lungimii</a:t>
            </a:r>
            <a:r>
              <a:rPr lang="en-GB" sz="1400" b="1" dirty="0"/>
              <a:t> </a:t>
            </a:r>
            <a:r>
              <a:rPr lang="en-GB" sz="1400" b="1" dirty="0" err="1"/>
              <a:t>cuvintelor</a:t>
            </a:r>
            <a:r>
              <a:rPr lang="en-GB" sz="1400" dirty="0"/>
              <a:t>, </a:t>
            </a:r>
            <a:r>
              <a:rPr lang="en-GB" sz="1400" dirty="0" err="1"/>
              <a:t>arătând</a:t>
            </a:r>
            <a:r>
              <a:rPr lang="en-GB" sz="1400" dirty="0"/>
              <a:t> </a:t>
            </a:r>
            <a:r>
              <a:rPr lang="en-GB" sz="1400" dirty="0" err="1"/>
              <a:t>utilizatorului</a:t>
            </a:r>
            <a:r>
              <a:rPr lang="en-GB" sz="1400" dirty="0"/>
              <a:t> </a:t>
            </a:r>
            <a:r>
              <a:rPr lang="en-GB" sz="1400" dirty="0" err="1"/>
              <a:t>cât</a:t>
            </a:r>
            <a:r>
              <a:rPr lang="en-GB" sz="1400" dirty="0"/>
              <a:t> de lungi </a:t>
            </a:r>
            <a:r>
              <a:rPr lang="en-GB" sz="1400" dirty="0" err="1"/>
              <a:t>sau</a:t>
            </a:r>
            <a:r>
              <a:rPr lang="en-GB" sz="1400" dirty="0"/>
              <a:t> </a:t>
            </a:r>
            <a:r>
              <a:rPr lang="en-GB" sz="1400" dirty="0" err="1"/>
              <a:t>scurte</a:t>
            </a:r>
            <a:r>
              <a:rPr lang="en-GB" sz="1400" dirty="0"/>
              <a:t> sunt, </a:t>
            </a:r>
            <a:r>
              <a:rPr lang="en-GB" sz="1400" dirty="0" err="1"/>
              <a:t>în</a:t>
            </a:r>
            <a:r>
              <a:rPr lang="en-GB" sz="1400" dirty="0"/>
              <a:t> </a:t>
            </a:r>
            <a:r>
              <a:rPr lang="en-GB" sz="1400" dirty="0" err="1"/>
              <a:t>medie</a:t>
            </a:r>
            <a:r>
              <a:rPr lang="en-GB" sz="1400" dirty="0"/>
              <a:t>, </a:t>
            </a:r>
            <a:r>
              <a:rPr lang="en-GB" sz="1400" dirty="0" err="1"/>
              <a:t>cuvintele</a:t>
            </a:r>
            <a:r>
              <a:rPr lang="en-GB" sz="1400" dirty="0"/>
              <a:t> din text.</a:t>
            </a:r>
          </a:p>
          <a:p>
            <a:r>
              <a:rPr lang="en-GB" sz="1400" dirty="0" err="1"/>
              <a:t>Procesul</a:t>
            </a:r>
            <a:r>
              <a:rPr lang="en-GB" sz="1400" dirty="0"/>
              <a:t> logic </a:t>
            </a:r>
            <a:r>
              <a:rPr lang="en-GB" sz="1400" dirty="0" err="1"/>
              <a:t>este</a:t>
            </a:r>
            <a:r>
              <a:rPr lang="en-GB" sz="1400" dirty="0"/>
              <a:t> </a:t>
            </a:r>
            <a:r>
              <a:rPr lang="en-GB" sz="1400" dirty="0" err="1"/>
              <a:t>următorul</a:t>
            </a:r>
            <a:r>
              <a:rPr lang="en-GB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Grupare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Parcurge</a:t>
            </a:r>
            <a:r>
              <a:rPr lang="en-GB" sz="1400" dirty="0"/>
              <a:t> </a:t>
            </a:r>
            <a:r>
              <a:rPr lang="en-GB" sz="1400" dirty="0" err="1"/>
              <a:t>lista</a:t>
            </a:r>
            <a:r>
              <a:rPr lang="en-GB" sz="1400" dirty="0"/>
              <a:t> de </a:t>
            </a:r>
            <a:r>
              <a:rPr lang="en-GB" sz="1400" dirty="0" err="1"/>
              <a:t>cuvinte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le </a:t>
            </a:r>
            <a:r>
              <a:rPr lang="en-GB" sz="1400" dirty="0" err="1"/>
              <a:t>numără</a:t>
            </a:r>
            <a:r>
              <a:rPr lang="en-GB" sz="1400" dirty="0"/>
              <a:t> </a:t>
            </a:r>
            <a:r>
              <a:rPr lang="en-GB" sz="1400" dirty="0" err="1"/>
              <a:t>în</a:t>
            </a:r>
            <a:r>
              <a:rPr lang="en-GB" sz="1400" dirty="0"/>
              <a:t> </a:t>
            </a:r>
            <a:r>
              <a:rPr lang="en-GB" sz="1400" dirty="0" err="1"/>
              <a:t>funcție</a:t>
            </a:r>
            <a:r>
              <a:rPr lang="en-GB" sz="1400" dirty="0"/>
              <a:t> de </a:t>
            </a:r>
            <a:r>
              <a:rPr lang="en-GB" sz="1400" dirty="0" err="1"/>
              <a:t>numărul</a:t>
            </a:r>
            <a:r>
              <a:rPr lang="en-GB" sz="1400" dirty="0"/>
              <a:t> de </a:t>
            </a:r>
            <a:r>
              <a:rPr lang="en-GB" sz="1400" dirty="0" err="1"/>
              <a:t>caractere</a:t>
            </a:r>
            <a:r>
              <a:rPr lang="en-GB" sz="1400" dirty="0"/>
              <a:t> (de </a:t>
            </a:r>
            <a:r>
              <a:rPr lang="en-GB" sz="1400" dirty="0" err="1"/>
              <a:t>exemplu</a:t>
            </a:r>
            <a:r>
              <a:rPr lang="en-GB" sz="1400" dirty="0"/>
              <a:t>, </a:t>
            </a:r>
            <a:r>
              <a:rPr lang="en-GB" sz="1400" dirty="0" err="1"/>
              <a:t>câte</a:t>
            </a:r>
            <a:r>
              <a:rPr lang="en-GB" sz="1400" dirty="0"/>
              <a:t> </a:t>
            </a:r>
            <a:r>
              <a:rPr lang="en-GB" sz="1400" dirty="0" err="1"/>
              <a:t>cuvinte</a:t>
            </a:r>
            <a:r>
              <a:rPr lang="en-GB" sz="1400" dirty="0"/>
              <a:t> au 4 </a:t>
            </a:r>
            <a:r>
              <a:rPr lang="en-GB" sz="1400" dirty="0" err="1"/>
              <a:t>litere</a:t>
            </a:r>
            <a:r>
              <a:rPr lang="en-GB" sz="1400" dirty="0"/>
              <a:t>, </a:t>
            </a:r>
            <a:r>
              <a:rPr lang="en-GB" sz="1400" dirty="0" err="1"/>
              <a:t>câte</a:t>
            </a:r>
            <a:r>
              <a:rPr lang="en-GB" sz="1400" dirty="0"/>
              <a:t> au 5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Calibrare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Determină</a:t>
            </a:r>
            <a:r>
              <a:rPr lang="en-GB" sz="1400" dirty="0"/>
              <a:t> </a:t>
            </a:r>
            <a:r>
              <a:rPr lang="en-GB" sz="1400" dirty="0" err="1"/>
              <a:t>lungimea</a:t>
            </a:r>
            <a:r>
              <a:rPr lang="en-GB" sz="1400" dirty="0"/>
              <a:t> </a:t>
            </a:r>
            <a:r>
              <a:rPr lang="en-GB" sz="1400" dirty="0" err="1"/>
              <a:t>minimă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</a:t>
            </a:r>
            <a:r>
              <a:rPr lang="en-GB" sz="1400" dirty="0" err="1"/>
              <a:t>maximă</a:t>
            </a:r>
            <a:r>
              <a:rPr lang="en-GB" sz="1400" dirty="0"/>
              <a:t> </a:t>
            </a:r>
            <a:r>
              <a:rPr lang="en-GB" sz="1400" dirty="0" err="1"/>
              <a:t>pentru</a:t>
            </a:r>
            <a:r>
              <a:rPr lang="en-GB" sz="1400" dirty="0"/>
              <a:t> a </a:t>
            </a:r>
            <a:r>
              <a:rPr lang="en-GB" sz="1400" dirty="0" err="1"/>
              <a:t>stabili</a:t>
            </a:r>
            <a:r>
              <a:rPr lang="en-GB" sz="1400" dirty="0"/>
              <a:t> </a:t>
            </a:r>
            <a:r>
              <a:rPr lang="en-GB" sz="1400" dirty="0" err="1"/>
              <a:t>limitele</a:t>
            </a:r>
            <a:r>
              <a:rPr lang="en-GB" sz="1400" dirty="0"/>
              <a:t> </a:t>
            </a:r>
            <a:r>
              <a:rPr lang="en-GB" sz="1400" dirty="0" err="1"/>
              <a:t>graficului</a:t>
            </a:r>
            <a:r>
              <a:rPr lang="en-GB" sz="1400" dirty="0"/>
              <a:t>, precum </a:t>
            </a:r>
            <a:r>
              <a:rPr lang="en-GB" sz="1400" dirty="0" err="1"/>
              <a:t>și</a:t>
            </a:r>
            <a:r>
              <a:rPr lang="en-GB" sz="1400" dirty="0"/>
              <a:t> </a:t>
            </a:r>
            <a:r>
              <a:rPr lang="en-GB" sz="1400" dirty="0" err="1"/>
              <a:t>frecvența</a:t>
            </a:r>
            <a:r>
              <a:rPr lang="en-GB" sz="1400" dirty="0"/>
              <a:t> </a:t>
            </a:r>
            <a:r>
              <a:rPr lang="en-GB" sz="1400" dirty="0" err="1"/>
              <a:t>maximă</a:t>
            </a:r>
            <a:r>
              <a:rPr lang="en-GB" sz="1400" dirty="0"/>
              <a:t> </a:t>
            </a:r>
            <a:r>
              <a:rPr lang="en-GB" sz="1400" dirty="0" err="1"/>
              <a:t>pentru</a:t>
            </a:r>
            <a:r>
              <a:rPr lang="en-GB" sz="1400" dirty="0"/>
              <a:t> </a:t>
            </a:r>
            <a:r>
              <a:rPr lang="en-GB" sz="1400" dirty="0" err="1"/>
              <a:t>scalare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Vizualizare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Afișează</a:t>
            </a:r>
            <a:r>
              <a:rPr lang="en-GB" sz="1400" dirty="0"/>
              <a:t> o </a:t>
            </a:r>
            <a:r>
              <a:rPr lang="en-GB" sz="1400" dirty="0" err="1"/>
              <a:t>histogramă</a:t>
            </a:r>
            <a:r>
              <a:rPr lang="en-GB" sz="1400" dirty="0"/>
              <a:t> </a:t>
            </a:r>
            <a:r>
              <a:rPr lang="en-GB" sz="1400" dirty="0" err="1"/>
              <a:t>continuă</a:t>
            </a:r>
            <a:r>
              <a:rPr lang="en-GB" sz="1400" dirty="0"/>
              <a:t>, </a:t>
            </a:r>
            <a:r>
              <a:rPr lang="en-GB" sz="1400" dirty="0" err="1"/>
              <a:t>linie</a:t>
            </a:r>
            <a:r>
              <a:rPr lang="en-GB" sz="1400" dirty="0"/>
              <a:t> cu </a:t>
            </a:r>
            <a:r>
              <a:rPr lang="en-GB" sz="1400" dirty="0" err="1"/>
              <a:t>linie</a:t>
            </a:r>
            <a:r>
              <a:rPr lang="en-GB" sz="1400" dirty="0"/>
              <a:t>. </a:t>
            </a:r>
            <a:r>
              <a:rPr lang="en-GB" sz="1400" dirty="0" err="1"/>
              <a:t>Pentru</a:t>
            </a:r>
            <a:r>
              <a:rPr lang="en-GB" sz="1400" dirty="0"/>
              <a:t> </a:t>
            </a:r>
            <a:r>
              <a:rPr lang="en-GB" sz="1400" dirty="0" err="1"/>
              <a:t>fiecare</a:t>
            </a:r>
            <a:r>
              <a:rPr lang="en-GB" sz="1400" dirty="0"/>
              <a:t> </a:t>
            </a:r>
            <a:r>
              <a:rPr lang="en-GB" sz="1400" dirty="0" err="1"/>
              <a:t>lungime</a:t>
            </a:r>
            <a:r>
              <a:rPr lang="en-GB" sz="1400" dirty="0"/>
              <a:t> </a:t>
            </a:r>
            <a:r>
              <a:rPr lang="en-GB" sz="1400" dirty="0" err="1"/>
              <a:t>posibilă</a:t>
            </a:r>
            <a:r>
              <a:rPr lang="en-GB" sz="1400" dirty="0"/>
              <a:t>, </a:t>
            </a:r>
            <a:r>
              <a:rPr lang="en-GB" sz="1400" dirty="0" err="1"/>
              <a:t>desenează</a:t>
            </a:r>
            <a:r>
              <a:rPr lang="en-GB" sz="1400" dirty="0"/>
              <a:t> o </a:t>
            </a:r>
            <a:r>
              <a:rPr lang="en-GB" sz="1400" dirty="0" err="1"/>
              <a:t>bară</a:t>
            </a:r>
            <a:r>
              <a:rPr lang="en-GB" sz="1400" dirty="0"/>
              <a:t> </a:t>
            </a:r>
            <a:r>
              <a:rPr lang="en-GB" sz="1400" dirty="0" err="1"/>
              <a:t>grafică</a:t>
            </a:r>
            <a:r>
              <a:rPr lang="en-GB" sz="1400" dirty="0"/>
              <a:t> </a:t>
            </a:r>
            <a:r>
              <a:rPr lang="en-GB" sz="1400" dirty="0" err="1"/>
              <a:t>proporțională</a:t>
            </a:r>
            <a:r>
              <a:rPr lang="en-GB" sz="1400" dirty="0"/>
              <a:t>, </a:t>
            </a:r>
            <a:r>
              <a:rPr lang="en-GB" sz="1400" dirty="0" err="1"/>
              <a:t>evidențiind</a:t>
            </a:r>
            <a:r>
              <a:rPr lang="en-GB" sz="1400" dirty="0"/>
              <a:t> </a:t>
            </a:r>
            <a:r>
              <a:rPr lang="en-GB" sz="1400" dirty="0" err="1"/>
              <a:t>vizual</a:t>
            </a:r>
            <a:r>
              <a:rPr lang="en-GB" sz="1400" dirty="0"/>
              <a:t> </a:t>
            </a:r>
            <a:r>
              <a:rPr lang="en-GB" sz="1400" dirty="0" err="1"/>
              <a:t>distribuția</a:t>
            </a:r>
            <a:r>
              <a:rPr lang="en-GB" sz="1400" dirty="0"/>
              <a:t> </a:t>
            </a:r>
            <a:r>
              <a:rPr lang="en-GB" sz="1400" dirty="0" err="1"/>
              <a:t>dimensiunilor</a:t>
            </a:r>
            <a:r>
              <a:rPr lang="en-GB" sz="1400" dirty="0"/>
              <a:t> </a:t>
            </a:r>
            <a:r>
              <a:rPr lang="en-GB" sz="1400" dirty="0" err="1"/>
              <a:t>în</a:t>
            </a:r>
            <a:r>
              <a:rPr lang="en-GB" sz="1400" dirty="0"/>
              <a:t> text.</a:t>
            </a:r>
          </a:p>
        </p:txBody>
      </p:sp>
    </p:spTree>
    <p:extLst>
      <p:ext uri="{BB962C8B-B14F-4D97-AF65-F5344CB8AC3E}">
        <p14:creationId xmlns:p14="http://schemas.microsoft.com/office/powerpoint/2010/main" val="27603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9ECEB4-AF70-1058-47C6-6EE8310D1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8729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2118FC-EB94-1B06-A99D-876D45369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297" y="0"/>
            <a:ext cx="5648769" cy="3781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CB6B67-41D6-F7F6-C6B0-24BD553CC723}"/>
              </a:ext>
            </a:extLst>
          </p:cNvPr>
          <p:cNvSpPr txBox="1"/>
          <p:nvPr/>
        </p:nvSpPr>
        <p:spPr>
          <a:xfrm>
            <a:off x="6610337" y="4088870"/>
            <a:ext cx="5525729" cy="24622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 err="1"/>
              <a:t>Această</a:t>
            </a:r>
            <a:r>
              <a:rPr lang="en-GB" sz="1400" dirty="0"/>
              <a:t> </a:t>
            </a:r>
            <a:r>
              <a:rPr lang="en-GB" sz="1400" dirty="0" err="1"/>
              <a:t>funcție</a:t>
            </a:r>
            <a:r>
              <a:rPr lang="en-GB" sz="1400" dirty="0"/>
              <a:t> </a:t>
            </a:r>
            <a:r>
              <a:rPr lang="en-GB" sz="1400" dirty="0" err="1"/>
              <a:t>permite</a:t>
            </a:r>
            <a:r>
              <a:rPr lang="en-GB" sz="1400" dirty="0"/>
              <a:t> </a:t>
            </a:r>
            <a:r>
              <a:rPr lang="en-GB" sz="1400" dirty="0" err="1"/>
              <a:t>utilizatorului</a:t>
            </a:r>
            <a:r>
              <a:rPr lang="en-GB" sz="1400" dirty="0"/>
              <a:t> </a:t>
            </a:r>
            <a:r>
              <a:rPr lang="en-GB" sz="1400" dirty="0" err="1"/>
              <a:t>să</a:t>
            </a:r>
            <a:r>
              <a:rPr lang="en-GB" sz="1400" dirty="0"/>
              <a:t> </a:t>
            </a:r>
            <a:r>
              <a:rPr lang="en-GB" sz="1400" dirty="0" err="1"/>
              <a:t>identifice</a:t>
            </a:r>
            <a:r>
              <a:rPr lang="en-GB" sz="1400" dirty="0"/>
              <a:t> un </a:t>
            </a:r>
            <a:r>
              <a:rPr lang="en-GB" sz="1400" dirty="0" err="1"/>
              <a:t>cuvânt</a:t>
            </a:r>
            <a:r>
              <a:rPr lang="en-GB" sz="1400" dirty="0"/>
              <a:t> </a:t>
            </a:r>
            <a:r>
              <a:rPr lang="en-GB" sz="1400" dirty="0" err="1"/>
              <a:t>sau</a:t>
            </a:r>
            <a:r>
              <a:rPr lang="en-GB" sz="1400" dirty="0"/>
              <a:t> o </a:t>
            </a:r>
            <a:r>
              <a:rPr lang="en-GB" sz="1400" dirty="0" err="1"/>
              <a:t>frază</a:t>
            </a:r>
            <a:r>
              <a:rPr lang="en-GB" sz="1400" dirty="0"/>
              <a:t> </a:t>
            </a:r>
            <a:r>
              <a:rPr lang="en-GB" sz="1400" dirty="0" err="1"/>
              <a:t>în</a:t>
            </a:r>
            <a:r>
              <a:rPr lang="en-GB" sz="1400" dirty="0"/>
              <a:t> text, </a:t>
            </a:r>
            <a:r>
              <a:rPr lang="en-GB" sz="1400" dirty="0" err="1"/>
              <a:t>ignorând</a:t>
            </a:r>
            <a:r>
              <a:rPr lang="en-GB" sz="1400" dirty="0"/>
              <a:t> </a:t>
            </a:r>
            <a:r>
              <a:rPr lang="en-GB" sz="1400" dirty="0" err="1"/>
              <a:t>diferențele</a:t>
            </a:r>
            <a:r>
              <a:rPr lang="en-GB" sz="1400" dirty="0"/>
              <a:t> </a:t>
            </a:r>
            <a:r>
              <a:rPr lang="en-GB" sz="1400" dirty="0" err="1"/>
              <a:t>dintre</a:t>
            </a:r>
            <a:r>
              <a:rPr lang="en-GB" sz="1400" dirty="0"/>
              <a:t> </a:t>
            </a:r>
            <a:r>
              <a:rPr lang="en-GB" sz="1400" dirty="0" err="1"/>
              <a:t>literele</a:t>
            </a:r>
            <a:r>
              <a:rPr lang="en-GB" sz="1400" dirty="0"/>
              <a:t> </a:t>
            </a:r>
            <a:r>
              <a:rPr lang="en-GB" sz="1400" dirty="0" err="1"/>
              <a:t>mari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</a:t>
            </a:r>
            <a:r>
              <a:rPr lang="en-GB" sz="1400" dirty="0" err="1"/>
              <a:t>mici</a:t>
            </a:r>
            <a:r>
              <a:rPr lang="en-GB" sz="1400" dirty="0"/>
              <a:t> .</a:t>
            </a:r>
          </a:p>
          <a:p>
            <a:r>
              <a:rPr lang="en-GB" sz="1400" dirty="0" err="1"/>
              <a:t>Algoritmul</a:t>
            </a:r>
            <a:r>
              <a:rPr lang="en-GB" sz="1400" dirty="0"/>
              <a:t> </a:t>
            </a:r>
            <a:r>
              <a:rPr lang="en-GB" sz="1400" dirty="0" err="1"/>
              <a:t>funcționează</a:t>
            </a:r>
            <a:r>
              <a:rPr lang="en-GB" sz="1400" dirty="0"/>
              <a:t> </a:t>
            </a:r>
            <a:r>
              <a:rPr lang="en-GB" sz="1400" dirty="0" err="1"/>
              <a:t>astfel</a:t>
            </a:r>
            <a:r>
              <a:rPr lang="en-GB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Scanare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Parcurge</a:t>
            </a:r>
            <a:r>
              <a:rPr lang="en-GB" sz="1400" dirty="0"/>
              <a:t> </a:t>
            </a:r>
            <a:r>
              <a:rPr lang="en-GB" sz="1400" dirty="0" err="1"/>
              <a:t>textul</a:t>
            </a:r>
            <a:r>
              <a:rPr lang="en-GB" sz="1400" dirty="0"/>
              <a:t> </a:t>
            </a:r>
            <a:r>
              <a:rPr lang="en-GB" sz="1400" dirty="0" err="1"/>
              <a:t>caracter</a:t>
            </a:r>
            <a:r>
              <a:rPr lang="en-GB" sz="1400" dirty="0"/>
              <a:t> cu </a:t>
            </a:r>
            <a:r>
              <a:rPr lang="en-GB" sz="1400" dirty="0" err="1"/>
              <a:t>caracter</a:t>
            </a:r>
            <a:r>
              <a:rPr lang="en-GB" sz="1400" dirty="0"/>
              <a:t> </a:t>
            </a:r>
            <a:r>
              <a:rPr lang="en-GB" sz="1400" dirty="0" err="1"/>
              <a:t>pentru</a:t>
            </a:r>
            <a:r>
              <a:rPr lang="en-GB" sz="1400" dirty="0"/>
              <a:t> a </a:t>
            </a:r>
            <a:r>
              <a:rPr lang="en-GB" sz="1400" dirty="0" err="1"/>
              <a:t>verifica</a:t>
            </a:r>
            <a:r>
              <a:rPr lang="en-GB" sz="1400" dirty="0"/>
              <a:t> manual </a:t>
            </a:r>
            <a:r>
              <a:rPr lang="en-GB" sz="1400" dirty="0" err="1"/>
              <a:t>dacă</a:t>
            </a:r>
            <a:r>
              <a:rPr lang="en-GB" sz="1400" dirty="0"/>
              <a:t> </a:t>
            </a:r>
            <a:r>
              <a:rPr lang="en-GB" sz="1400" dirty="0" err="1"/>
              <a:t>termenul</a:t>
            </a:r>
            <a:r>
              <a:rPr lang="en-GB" sz="1400" dirty="0"/>
              <a:t> </a:t>
            </a:r>
            <a:r>
              <a:rPr lang="en-GB" sz="1400" dirty="0" err="1"/>
              <a:t>căutat</a:t>
            </a:r>
            <a:r>
              <a:rPr lang="en-GB" sz="1400" dirty="0"/>
              <a:t> se </a:t>
            </a:r>
            <a:r>
              <a:rPr lang="en-GB" sz="1400" dirty="0" err="1"/>
              <a:t>potrivește</a:t>
            </a:r>
            <a:r>
              <a:rPr lang="en-GB" sz="1400" dirty="0"/>
              <a:t> la </a:t>
            </a:r>
            <a:r>
              <a:rPr lang="en-GB" sz="1400" dirty="0" err="1"/>
              <a:t>poziția</a:t>
            </a:r>
            <a:r>
              <a:rPr lang="en-GB" sz="1400" dirty="0"/>
              <a:t> </a:t>
            </a:r>
            <a:r>
              <a:rPr lang="en-GB" sz="1400" dirty="0" err="1"/>
              <a:t>curentă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Numărare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Contorizează</a:t>
            </a:r>
            <a:r>
              <a:rPr lang="en-GB" sz="1400" dirty="0"/>
              <a:t> </a:t>
            </a:r>
            <a:r>
              <a:rPr lang="en-GB" sz="1400" dirty="0" err="1"/>
              <a:t>toate</a:t>
            </a:r>
            <a:r>
              <a:rPr lang="en-GB" sz="1400" dirty="0"/>
              <a:t> </a:t>
            </a:r>
            <a:r>
              <a:rPr lang="en-GB" sz="1400" dirty="0" err="1"/>
              <a:t>potrivirile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</a:t>
            </a:r>
            <a:r>
              <a:rPr lang="en-GB" sz="1400" dirty="0" err="1"/>
              <a:t>memorează</a:t>
            </a:r>
            <a:r>
              <a:rPr lang="en-GB" sz="1400" dirty="0"/>
              <a:t> </a:t>
            </a:r>
            <a:r>
              <a:rPr lang="en-GB" sz="1400" dirty="0" err="1"/>
              <a:t>poziția</a:t>
            </a:r>
            <a:r>
              <a:rPr lang="en-GB" sz="1400" dirty="0"/>
              <a:t> lor </a:t>
            </a:r>
            <a:r>
              <a:rPr lang="en-GB" sz="1400" dirty="0" err="1"/>
              <a:t>exactă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Context:</a:t>
            </a:r>
            <a:r>
              <a:rPr lang="en-GB" sz="1400" dirty="0"/>
              <a:t> </a:t>
            </a:r>
            <a:r>
              <a:rPr lang="en-GB" sz="1400" dirty="0" err="1"/>
              <a:t>Dacă</a:t>
            </a:r>
            <a:r>
              <a:rPr lang="en-GB" sz="1400" dirty="0"/>
              <a:t> </a:t>
            </a:r>
            <a:r>
              <a:rPr lang="en-GB" sz="1400" dirty="0" err="1"/>
              <a:t>termenul</a:t>
            </a:r>
            <a:r>
              <a:rPr lang="en-GB" sz="1400" dirty="0"/>
              <a:t> </a:t>
            </a:r>
            <a:r>
              <a:rPr lang="en-GB" sz="1400" dirty="0" err="1"/>
              <a:t>este</a:t>
            </a:r>
            <a:r>
              <a:rPr lang="en-GB" sz="1400" dirty="0"/>
              <a:t> </a:t>
            </a:r>
            <a:r>
              <a:rPr lang="en-GB" sz="1400" dirty="0" err="1"/>
              <a:t>găsit</a:t>
            </a:r>
            <a:r>
              <a:rPr lang="en-GB" sz="1400" dirty="0"/>
              <a:t> de cel </a:t>
            </a:r>
            <a:r>
              <a:rPr lang="en-GB" sz="1400" dirty="0" err="1"/>
              <a:t>mult</a:t>
            </a:r>
            <a:r>
              <a:rPr lang="en-GB" sz="1400" dirty="0"/>
              <a:t> 5 </a:t>
            </a:r>
            <a:r>
              <a:rPr lang="en-GB" sz="1400" dirty="0" err="1"/>
              <a:t>ori</a:t>
            </a:r>
            <a:r>
              <a:rPr lang="en-GB" sz="1400" dirty="0"/>
              <a:t> (</a:t>
            </a:r>
            <a:r>
              <a:rPr lang="en-GB" sz="1400" dirty="0" err="1"/>
              <a:t>pentru</a:t>
            </a:r>
            <a:r>
              <a:rPr lang="en-GB" sz="1400" dirty="0"/>
              <a:t> a nu </a:t>
            </a:r>
            <a:r>
              <a:rPr lang="en-GB" sz="1400" dirty="0" err="1"/>
              <a:t>aglomera</a:t>
            </a:r>
            <a:r>
              <a:rPr lang="en-GB" sz="1400" dirty="0"/>
              <a:t> </a:t>
            </a:r>
            <a:r>
              <a:rPr lang="en-GB" sz="1400" dirty="0" err="1"/>
              <a:t>ecranul</a:t>
            </a:r>
            <a:r>
              <a:rPr lang="en-GB" sz="1400" dirty="0"/>
              <a:t>), </a:t>
            </a:r>
            <a:r>
              <a:rPr lang="en-GB" sz="1400" dirty="0" err="1"/>
              <a:t>funcția</a:t>
            </a:r>
            <a:r>
              <a:rPr lang="en-GB" sz="1400" dirty="0"/>
              <a:t> </a:t>
            </a:r>
            <a:r>
              <a:rPr lang="en-GB" sz="1400" dirty="0" err="1"/>
              <a:t>extrage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</a:t>
            </a:r>
            <a:r>
              <a:rPr lang="en-GB" sz="1400" dirty="0" err="1"/>
              <a:t>afișează</a:t>
            </a:r>
            <a:r>
              <a:rPr lang="en-GB" sz="1400" dirty="0"/>
              <a:t> un fragment de text din </a:t>
            </a:r>
            <a:r>
              <a:rPr lang="en-GB" sz="1400" dirty="0" err="1"/>
              <a:t>jurul</a:t>
            </a:r>
            <a:r>
              <a:rPr lang="en-GB" sz="1400" dirty="0"/>
              <a:t> </a:t>
            </a:r>
            <a:r>
              <a:rPr lang="en-GB" sz="1400" dirty="0" err="1"/>
              <a:t>cuvântului</a:t>
            </a:r>
            <a:r>
              <a:rPr lang="en-GB" sz="1400" dirty="0"/>
              <a:t> (±30 de </a:t>
            </a:r>
            <a:r>
              <a:rPr lang="en-GB" sz="1400" dirty="0" err="1"/>
              <a:t>caractere</a:t>
            </a:r>
            <a:r>
              <a:rPr lang="en-GB" sz="1400" dirty="0"/>
              <a:t>), </a:t>
            </a:r>
            <a:r>
              <a:rPr lang="en-GB" sz="1400" dirty="0" err="1"/>
              <a:t>oferind</a:t>
            </a:r>
            <a:r>
              <a:rPr lang="en-GB" sz="1400" dirty="0"/>
              <a:t> </a:t>
            </a:r>
            <a:r>
              <a:rPr lang="en-GB" sz="1400" dirty="0" err="1"/>
              <a:t>astfel</a:t>
            </a:r>
            <a:r>
              <a:rPr lang="en-GB" sz="1400" dirty="0"/>
              <a:t> </a:t>
            </a:r>
            <a:r>
              <a:rPr lang="en-GB" sz="1400" dirty="0" err="1"/>
              <a:t>utilizatorului</a:t>
            </a:r>
            <a:r>
              <a:rPr lang="en-GB" sz="1400" dirty="0"/>
              <a:t> </a:t>
            </a:r>
            <a:r>
              <a:rPr lang="en-GB" sz="1400" dirty="0" err="1"/>
              <a:t>contextul</a:t>
            </a:r>
            <a:r>
              <a:rPr lang="en-GB" sz="1400" dirty="0"/>
              <a:t> </a:t>
            </a:r>
            <a:r>
              <a:rPr lang="en-GB" sz="1400" dirty="0" err="1"/>
              <a:t>necesar</a:t>
            </a:r>
            <a:r>
              <a:rPr lang="en-GB" sz="1400" dirty="0"/>
              <a:t> </a:t>
            </a:r>
            <a:r>
              <a:rPr lang="en-GB" sz="1400" dirty="0" err="1"/>
              <a:t>pentru</a:t>
            </a:r>
            <a:r>
              <a:rPr lang="en-GB" sz="1400" dirty="0"/>
              <a:t> a </a:t>
            </a:r>
            <a:r>
              <a:rPr lang="en-GB" sz="1400" dirty="0" err="1"/>
              <a:t>înțelege</a:t>
            </a:r>
            <a:r>
              <a:rPr lang="en-GB" sz="1400" dirty="0"/>
              <a:t> </a:t>
            </a:r>
            <a:r>
              <a:rPr lang="en-GB" sz="1400" dirty="0" err="1"/>
              <a:t>sensul</a:t>
            </a:r>
            <a:r>
              <a:rPr lang="en-GB" sz="1400" dirty="0"/>
              <a:t> </a:t>
            </a:r>
            <a:r>
              <a:rPr lang="en-GB" sz="1400" dirty="0" err="1"/>
              <a:t>apariției</a:t>
            </a:r>
            <a:r>
              <a:rPr lang="en-GB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9223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E4BCD-91AE-5B45-13C3-BD533E7E9228}"/>
              </a:ext>
            </a:extLst>
          </p:cNvPr>
          <p:cNvSpPr txBox="1"/>
          <p:nvPr/>
        </p:nvSpPr>
        <p:spPr>
          <a:xfrm>
            <a:off x="191729" y="44657"/>
            <a:ext cx="11808542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In cod </a:t>
            </a:r>
            <a:r>
              <a:rPr lang="en-GB" dirty="0" err="1"/>
              <a:t>urmeaza</a:t>
            </a:r>
            <a:r>
              <a:rPr lang="en-GB" dirty="0"/>
              <a:t> </a:t>
            </a:r>
            <a:r>
              <a:rPr lang="en-GB" dirty="0" err="1"/>
              <a:t>functiile</a:t>
            </a:r>
            <a:r>
              <a:rPr lang="en-GB" dirty="0"/>
              <a:t> </a:t>
            </a:r>
            <a:r>
              <a:rPr lang="en-GB" dirty="0" err="1"/>
              <a:t>suplimentare</a:t>
            </a:r>
            <a:r>
              <a:rPr lang="en-GB" dirty="0"/>
              <a:t> ,care au </a:t>
            </a:r>
            <a:r>
              <a:rPr lang="en-GB" dirty="0" err="1"/>
              <a:t>fot</a:t>
            </a:r>
            <a:r>
              <a:rPr lang="en-GB" dirty="0"/>
              <a:t> </a:t>
            </a:r>
            <a:r>
              <a:rPr lang="en-GB" dirty="0" err="1"/>
              <a:t>adaugate</a:t>
            </a:r>
            <a:r>
              <a:rPr lang="en-GB" dirty="0"/>
              <a:t> ,</a:t>
            </a:r>
            <a:r>
              <a:rPr lang="en-GB" dirty="0" err="1"/>
              <a:t>insa</a:t>
            </a:r>
            <a:r>
              <a:rPr lang="en-GB" dirty="0"/>
              <a:t> </a:t>
            </a:r>
            <a:r>
              <a:rPr lang="en-GB" dirty="0" err="1"/>
              <a:t>acestea</a:t>
            </a:r>
            <a:r>
              <a:rPr lang="en-GB" dirty="0"/>
              <a:t> sunt explicate pas cu pas </a:t>
            </a:r>
            <a:r>
              <a:rPr lang="en-GB" dirty="0" err="1"/>
              <a:t>putin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jos</a:t>
            </a:r>
            <a:r>
              <a:rPr lang="en-GB" dirty="0"/>
              <a:t>, </a:t>
            </a:r>
            <a:r>
              <a:rPr lang="en-GB" dirty="0" err="1"/>
              <a:t>asa</a:t>
            </a:r>
            <a:r>
              <a:rPr lang="en-GB" dirty="0"/>
              <a:t> ca o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trec</a:t>
            </a:r>
            <a:r>
              <a:rPr lang="en-GB" dirty="0"/>
              <a:t> la </a:t>
            </a:r>
            <a:r>
              <a:rPr lang="en-GB" dirty="0" err="1"/>
              <a:t>partea</a:t>
            </a:r>
            <a:r>
              <a:rPr lang="en-GB" dirty="0"/>
              <a:t> </a:t>
            </a:r>
            <a:r>
              <a:rPr lang="en-GB" dirty="0" err="1"/>
              <a:t>urmatoare</a:t>
            </a:r>
            <a:r>
              <a:rPr lang="en-GB" dirty="0"/>
              <a:t> a </a:t>
            </a:r>
            <a:r>
              <a:rPr lang="en-GB" dirty="0" err="1"/>
              <a:t>codului</a:t>
            </a:r>
            <a:r>
              <a:rPr lang="en-GB" dirty="0"/>
              <a:t> ,</a:t>
            </a:r>
            <a:r>
              <a:rPr lang="en-GB" dirty="0" err="1"/>
              <a:t>meniul</a:t>
            </a:r>
            <a:r>
              <a:rPr lang="en-GB" dirty="0"/>
              <a:t> principal 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E33AD-9211-4E5F-20A1-209FF4119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5" y="762413"/>
            <a:ext cx="5891428" cy="59795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FDE57F-E113-E965-E811-BA54539C8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583" y="762413"/>
            <a:ext cx="6000687" cy="41174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D48E4-B72E-EC5A-C62B-67BA98853C89}"/>
              </a:ext>
            </a:extLst>
          </p:cNvPr>
          <p:cNvSpPr txBox="1"/>
          <p:nvPr/>
        </p:nvSpPr>
        <p:spPr>
          <a:xfrm>
            <a:off x="6100915" y="5003002"/>
            <a:ext cx="5899355" cy="161582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 err="1"/>
              <a:t>Această</a:t>
            </a:r>
            <a:r>
              <a:rPr lang="en-GB" sz="1100" dirty="0"/>
              <a:t> </a:t>
            </a:r>
            <a:r>
              <a:rPr lang="en-GB" sz="1100" dirty="0" err="1"/>
              <a:t>funcție</a:t>
            </a:r>
            <a:r>
              <a:rPr lang="en-GB" sz="1100" dirty="0"/>
              <a:t> </a:t>
            </a:r>
            <a:r>
              <a:rPr lang="en-GB" sz="1100" dirty="0" err="1"/>
              <a:t>reprezintă</a:t>
            </a:r>
            <a:r>
              <a:rPr lang="en-GB" sz="1100" dirty="0"/>
              <a:t> „</a:t>
            </a:r>
            <a:r>
              <a:rPr lang="en-GB" sz="1100" dirty="0" err="1"/>
              <a:t>panoul</a:t>
            </a:r>
            <a:r>
              <a:rPr lang="en-GB" sz="1100" dirty="0"/>
              <a:t> de control” al </a:t>
            </a:r>
            <a:r>
              <a:rPr lang="en-GB" sz="1100" dirty="0" err="1"/>
              <a:t>întregii</a:t>
            </a:r>
            <a:r>
              <a:rPr lang="en-GB" sz="1100" dirty="0"/>
              <a:t> </a:t>
            </a:r>
            <a:r>
              <a:rPr lang="en-GB" sz="1100" dirty="0" err="1"/>
              <a:t>aplicații</a:t>
            </a:r>
            <a:r>
              <a:rPr lang="en-GB" sz="1100" dirty="0"/>
              <a:t>. </a:t>
            </a:r>
            <a:r>
              <a:rPr lang="en-GB" sz="1100" dirty="0" err="1"/>
              <a:t>Rolul</a:t>
            </a:r>
            <a:r>
              <a:rPr lang="en-GB" sz="1100" dirty="0"/>
              <a:t> </a:t>
            </a:r>
            <a:r>
              <a:rPr lang="en-GB" sz="1100" dirty="0" err="1"/>
              <a:t>ei</a:t>
            </a:r>
            <a:r>
              <a:rPr lang="en-GB" sz="1100" dirty="0"/>
              <a:t> </a:t>
            </a:r>
            <a:r>
              <a:rPr lang="en-GB" sz="1100" dirty="0" err="1"/>
              <a:t>este</a:t>
            </a:r>
            <a:r>
              <a:rPr lang="en-GB" sz="1100" dirty="0"/>
              <a:t> de a </a:t>
            </a:r>
            <a:r>
              <a:rPr lang="en-GB" sz="1100" dirty="0" err="1"/>
              <a:t>menține</a:t>
            </a:r>
            <a:r>
              <a:rPr lang="en-GB" sz="1100" dirty="0"/>
              <a:t> </a:t>
            </a:r>
            <a:r>
              <a:rPr lang="en-GB" sz="1100" dirty="0" err="1"/>
              <a:t>programul</a:t>
            </a:r>
            <a:r>
              <a:rPr lang="en-GB" sz="1100" dirty="0"/>
              <a:t> </a:t>
            </a:r>
            <a:r>
              <a:rPr lang="en-GB" sz="1100" dirty="0" err="1"/>
              <a:t>activ</a:t>
            </a:r>
            <a:r>
              <a:rPr lang="en-GB" sz="1100" dirty="0"/>
              <a:t> </a:t>
            </a:r>
            <a:r>
              <a:rPr lang="en-GB" sz="1100" dirty="0" err="1"/>
              <a:t>și</a:t>
            </a:r>
            <a:r>
              <a:rPr lang="en-GB" sz="1100" dirty="0"/>
              <a:t> de a </a:t>
            </a:r>
            <a:r>
              <a:rPr lang="en-GB" sz="1100" dirty="0" err="1"/>
              <a:t>dirija</a:t>
            </a:r>
            <a:r>
              <a:rPr lang="en-GB" sz="1100" dirty="0"/>
              <a:t> </a:t>
            </a:r>
            <a:r>
              <a:rPr lang="en-GB" sz="1100" dirty="0" err="1"/>
              <a:t>utilizatorul</a:t>
            </a:r>
            <a:r>
              <a:rPr lang="en-GB" sz="1100" dirty="0"/>
              <a:t> </a:t>
            </a:r>
            <a:r>
              <a:rPr lang="en-GB" sz="1100" dirty="0" err="1"/>
              <a:t>către</a:t>
            </a:r>
            <a:r>
              <a:rPr lang="en-GB" sz="1100" dirty="0"/>
              <a:t> </a:t>
            </a:r>
            <a:r>
              <a:rPr lang="en-GB" sz="1100" dirty="0" err="1"/>
              <a:t>funcționalitatea</a:t>
            </a:r>
            <a:r>
              <a:rPr lang="en-GB" sz="1100" dirty="0"/>
              <a:t> </a:t>
            </a:r>
            <a:r>
              <a:rPr lang="en-GB" sz="1100" dirty="0" err="1"/>
              <a:t>dorită</a:t>
            </a:r>
            <a:r>
              <a:rPr lang="en-GB" sz="1100" dirty="0"/>
              <a:t>.</a:t>
            </a:r>
          </a:p>
          <a:p>
            <a:r>
              <a:rPr lang="en-GB" sz="1100" dirty="0" err="1"/>
              <a:t>Mecanismul</a:t>
            </a:r>
            <a:r>
              <a:rPr lang="en-GB" sz="1100" dirty="0"/>
              <a:t> se </a:t>
            </a:r>
            <a:r>
              <a:rPr lang="en-GB" sz="1100" dirty="0" err="1"/>
              <a:t>bazează</a:t>
            </a:r>
            <a:r>
              <a:rPr lang="en-GB" sz="1100" dirty="0"/>
              <a:t> pe o </a:t>
            </a:r>
            <a:r>
              <a:rPr lang="en-GB" sz="1100" b="1" dirty="0" err="1"/>
              <a:t>buclă</a:t>
            </a:r>
            <a:r>
              <a:rPr lang="en-GB" sz="1100" b="1" dirty="0"/>
              <a:t> </a:t>
            </a:r>
            <a:r>
              <a:rPr lang="en-GB" sz="1100" b="1" dirty="0" err="1"/>
              <a:t>continuă</a:t>
            </a:r>
            <a:r>
              <a:rPr lang="en-GB" sz="1100" dirty="0"/>
              <a:t> (while), care </a:t>
            </a:r>
            <a:r>
              <a:rPr lang="en-GB" sz="1100" dirty="0" err="1"/>
              <a:t>asigură</a:t>
            </a:r>
            <a:r>
              <a:rPr lang="en-GB" sz="1100" dirty="0"/>
              <a:t> </a:t>
            </a:r>
            <a:r>
              <a:rPr lang="en-GB" sz="1100" dirty="0" err="1"/>
              <a:t>că</a:t>
            </a:r>
            <a:r>
              <a:rPr lang="en-GB" sz="1100" dirty="0"/>
              <a:t> </a:t>
            </a:r>
            <a:r>
              <a:rPr lang="en-GB" sz="1100" dirty="0" err="1"/>
              <a:t>programul</a:t>
            </a:r>
            <a:r>
              <a:rPr lang="en-GB" sz="1100" dirty="0"/>
              <a:t> nu se </a:t>
            </a:r>
            <a:r>
              <a:rPr lang="en-GB" sz="1100" dirty="0" err="1"/>
              <a:t>închide</a:t>
            </a:r>
            <a:r>
              <a:rPr lang="en-GB" sz="1100" dirty="0"/>
              <a:t> </a:t>
            </a:r>
            <a:r>
              <a:rPr lang="en-GB" sz="1100" dirty="0" err="1"/>
              <a:t>după</a:t>
            </a:r>
            <a:r>
              <a:rPr lang="en-GB" sz="1100" dirty="0"/>
              <a:t> o </a:t>
            </a:r>
            <a:r>
              <a:rPr lang="en-GB" sz="1100" dirty="0" err="1"/>
              <a:t>singură</a:t>
            </a:r>
            <a:r>
              <a:rPr lang="en-GB" sz="1100" dirty="0"/>
              <a:t> </a:t>
            </a:r>
            <a:r>
              <a:rPr lang="en-GB" sz="1100" dirty="0" err="1"/>
              <a:t>acțiune</a:t>
            </a:r>
            <a:r>
              <a:rPr lang="en-GB" sz="1100" dirty="0"/>
              <a:t>, ci </a:t>
            </a:r>
            <a:r>
              <a:rPr lang="en-GB" sz="1100" dirty="0" err="1"/>
              <a:t>revine</a:t>
            </a:r>
            <a:r>
              <a:rPr lang="en-GB" sz="1100" dirty="0"/>
              <a:t> </a:t>
            </a:r>
            <a:r>
              <a:rPr lang="en-GB" sz="1100" dirty="0" err="1"/>
              <a:t>mereu</a:t>
            </a:r>
            <a:r>
              <a:rPr lang="en-GB" sz="1100" dirty="0"/>
              <a:t> la </a:t>
            </a:r>
            <a:r>
              <a:rPr lang="en-GB" sz="1100" dirty="0" err="1"/>
              <a:t>meniu</a:t>
            </a:r>
            <a:r>
              <a:rPr lang="en-GB" sz="1100" dirty="0"/>
              <a:t>. </a:t>
            </a:r>
            <a:r>
              <a:rPr lang="en-GB" sz="1100" dirty="0" err="1"/>
              <a:t>Codul</a:t>
            </a:r>
            <a:r>
              <a:rPr lang="en-GB" sz="1100" dirty="0"/>
              <a:t> </a:t>
            </a:r>
            <a:r>
              <a:rPr lang="en-GB" sz="1100" dirty="0" err="1"/>
              <a:t>afișează</a:t>
            </a:r>
            <a:r>
              <a:rPr lang="en-GB" sz="1100" dirty="0"/>
              <a:t> </a:t>
            </a:r>
            <a:r>
              <a:rPr lang="en-GB" sz="1100" dirty="0" err="1"/>
              <a:t>lista</a:t>
            </a:r>
            <a:r>
              <a:rPr lang="en-GB" sz="1100" dirty="0"/>
              <a:t> de </a:t>
            </a:r>
            <a:r>
              <a:rPr lang="en-GB" sz="1100" dirty="0" err="1"/>
              <a:t>opțiuni</a:t>
            </a:r>
            <a:r>
              <a:rPr lang="en-GB" sz="1100" dirty="0"/>
              <a:t> (1-9)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așteaptă</a:t>
            </a:r>
            <a:r>
              <a:rPr lang="en-GB" sz="1100" dirty="0"/>
              <a:t> o </a:t>
            </a:r>
            <a:r>
              <a:rPr lang="en-GB" sz="1100" dirty="0" err="1"/>
              <a:t>comandă</a:t>
            </a:r>
            <a:r>
              <a:rPr lang="en-GB" sz="1100" dirty="0"/>
              <a:t> de la </a:t>
            </a:r>
            <a:r>
              <a:rPr lang="en-GB" sz="1100" dirty="0" err="1"/>
              <a:t>tastatură</a:t>
            </a:r>
            <a:r>
              <a:rPr lang="en-GB" sz="1100" dirty="0"/>
              <a:t>.</a:t>
            </a:r>
          </a:p>
          <a:p>
            <a:r>
              <a:rPr lang="en-GB" sz="1100" dirty="0"/>
              <a:t>Prin </a:t>
            </a:r>
            <a:r>
              <a:rPr lang="en-GB" sz="1100" dirty="0" err="1"/>
              <a:t>structura</a:t>
            </a:r>
            <a:r>
              <a:rPr lang="en-GB" sz="1100" dirty="0"/>
              <a:t> </a:t>
            </a:r>
            <a:r>
              <a:rPr lang="en-GB" sz="1100" dirty="0" err="1"/>
              <a:t>decizională</a:t>
            </a:r>
            <a:r>
              <a:rPr lang="en-GB" sz="1100" dirty="0"/>
              <a:t> (if-</a:t>
            </a:r>
            <a:r>
              <a:rPr lang="en-GB" sz="1100" dirty="0" err="1"/>
              <a:t>elif</a:t>
            </a:r>
            <a:r>
              <a:rPr lang="en-GB" sz="1100" dirty="0"/>
              <a:t>), </a:t>
            </a:r>
            <a:r>
              <a:rPr lang="en-GB" sz="1100" dirty="0" err="1"/>
              <a:t>inputul</a:t>
            </a:r>
            <a:r>
              <a:rPr lang="en-GB" sz="1100" dirty="0"/>
              <a:t> </a:t>
            </a:r>
            <a:r>
              <a:rPr lang="en-GB" sz="1100" dirty="0" err="1"/>
              <a:t>este</a:t>
            </a:r>
            <a:r>
              <a:rPr lang="en-GB" sz="1100" dirty="0"/>
              <a:t> </a:t>
            </a:r>
            <a:r>
              <a:rPr lang="en-GB" sz="1100" dirty="0" err="1"/>
              <a:t>verificat</a:t>
            </a:r>
            <a:r>
              <a:rPr lang="en-GB" sz="1100" dirty="0"/>
              <a:t>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direcționează</a:t>
            </a:r>
            <a:r>
              <a:rPr lang="en-GB" sz="1100" dirty="0"/>
              <a:t> </a:t>
            </a:r>
            <a:r>
              <a:rPr lang="en-GB" sz="1100" dirty="0" err="1"/>
              <a:t>execuția</a:t>
            </a:r>
            <a:r>
              <a:rPr lang="en-GB" sz="1100" dirty="0"/>
              <a:t> </a:t>
            </a:r>
            <a:r>
              <a:rPr lang="en-GB" sz="1100" dirty="0" err="1"/>
              <a:t>către</a:t>
            </a:r>
            <a:r>
              <a:rPr lang="en-GB" sz="1100" dirty="0"/>
              <a:t> </a:t>
            </a:r>
            <a:r>
              <a:rPr lang="en-GB" sz="1100" dirty="0" err="1"/>
              <a:t>funcția</a:t>
            </a:r>
            <a:r>
              <a:rPr lang="en-GB" sz="1100" dirty="0"/>
              <a:t> </a:t>
            </a:r>
            <a:r>
              <a:rPr lang="en-GB" sz="1100" dirty="0" err="1"/>
              <a:t>specifică</a:t>
            </a:r>
            <a:r>
              <a:rPr lang="en-GB" sz="1100" dirty="0"/>
              <a:t> (de </a:t>
            </a:r>
            <a:r>
              <a:rPr lang="en-GB" sz="1100" dirty="0" err="1"/>
              <a:t>exemplu</a:t>
            </a:r>
            <a:r>
              <a:rPr lang="en-GB" sz="1100" dirty="0"/>
              <a:t>: </a:t>
            </a:r>
            <a:r>
              <a:rPr lang="en-GB" sz="1100" dirty="0" err="1"/>
              <a:t>statistici</a:t>
            </a:r>
            <a:r>
              <a:rPr lang="en-GB" sz="1100" dirty="0"/>
              <a:t>, </a:t>
            </a:r>
            <a:r>
              <a:rPr lang="en-GB" sz="1100" dirty="0" err="1"/>
              <a:t>căutare</a:t>
            </a:r>
            <a:r>
              <a:rPr lang="en-GB" sz="1100" dirty="0"/>
              <a:t>, </a:t>
            </a:r>
            <a:r>
              <a:rPr lang="en-GB" sz="1100" dirty="0" err="1"/>
              <a:t>înlocuire</a:t>
            </a:r>
            <a:r>
              <a:rPr lang="en-GB" sz="1100" dirty="0"/>
              <a:t>). </a:t>
            </a:r>
            <a:r>
              <a:rPr lang="en-GB" sz="1100" dirty="0" err="1"/>
              <a:t>Programul</a:t>
            </a:r>
            <a:r>
              <a:rPr lang="en-GB" sz="1100" dirty="0"/>
              <a:t> se </a:t>
            </a:r>
            <a:r>
              <a:rPr lang="en-GB" sz="1100" dirty="0" err="1"/>
              <a:t>oprește</a:t>
            </a:r>
            <a:r>
              <a:rPr lang="en-GB" sz="1100" dirty="0"/>
              <a:t> </a:t>
            </a:r>
            <a:r>
              <a:rPr lang="en-GB" sz="1100" dirty="0" err="1"/>
              <a:t>doar</a:t>
            </a:r>
            <a:r>
              <a:rPr lang="en-GB" sz="1100" dirty="0"/>
              <a:t> la </a:t>
            </a:r>
            <a:r>
              <a:rPr lang="en-GB" sz="1100" dirty="0" err="1"/>
              <a:t>selectarea</a:t>
            </a:r>
            <a:r>
              <a:rPr lang="en-GB" sz="1100" dirty="0"/>
              <a:t> </a:t>
            </a:r>
            <a:r>
              <a:rPr lang="en-GB" sz="1100" dirty="0" err="1"/>
              <a:t>opțiunii</a:t>
            </a:r>
            <a:r>
              <a:rPr lang="en-GB" sz="1100" dirty="0"/>
              <a:t> „0”, care </a:t>
            </a:r>
            <a:r>
              <a:rPr lang="en-GB" sz="1100" dirty="0" err="1"/>
              <a:t>întrerupe</a:t>
            </a:r>
            <a:r>
              <a:rPr lang="en-GB" sz="1100" dirty="0"/>
              <a:t> </a:t>
            </a:r>
            <a:r>
              <a:rPr lang="en-GB" sz="1100" dirty="0" err="1"/>
              <a:t>bucla</a:t>
            </a:r>
            <a:r>
              <a:rPr lang="en-GB" sz="1100" dirty="0"/>
              <a:t>, </a:t>
            </a:r>
            <a:r>
              <a:rPr lang="en-GB" sz="1100" dirty="0" err="1"/>
              <a:t>iar</a:t>
            </a:r>
            <a:r>
              <a:rPr lang="en-GB" sz="1100" dirty="0"/>
              <a:t> </a:t>
            </a:r>
            <a:r>
              <a:rPr lang="en-GB" sz="1100" dirty="0" err="1"/>
              <a:t>orice</a:t>
            </a:r>
            <a:r>
              <a:rPr lang="en-GB" sz="1100" dirty="0"/>
              <a:t> </a:t>
            </a:r>
            <a:r>
              <a:rPr lang="en-GB" sz="1100" dirty="0" err="1"/>
              <a:t>altă</a:t>
            </a:r>
            <a:r>
              <a:rPr lang="en-GB" sz="1100" dirty="0"/>
              <a:t> </a:t>
            </a:r>
            <a:r>
              <a:rPr lang="en-GB" sz="1100" dirty="0" err="1"/>
              <a:t>tastă</a:t>
            </a:r>
            <a:r>
              <a:rPr lang="en-GB" sz="1100" dirty="0"/>
              <a:t> </a:t>
            </a:r>
            <a:r>
              <a:rPr lang="en-GB" sz="1100" dirty="0" err="1"/>
              <a:t>greșită</a:t>
            </a:r>
            <a:r>
              <a:rPr lang="en-GB" sz="1100" dirty="0"/>
              <a:t> </a:t>
            </a:r>
            <a:r>
              <a:rPr lang="en-GB" sz="1100" dirty="0" err="1"/>
              <a:t>declanșează</a:t>
            </a:r>
            <a:r>
              <a:rPr lang="en-GB" sz="1100" dirty="0"/>
              <a:t> un </a:t>
            </a:r>
            <a:r>
              <a:rPr lang="en-GB" sz="1100" dirty="0" err="1"/>
              <a:t>mesaj</a:t>
            </a:r>
            <a:r>
              <a:rPr lang="en-GB" sz="1100" dirty="0"/>
              <a:t> de </a:t>
            </a:r>
            <a:r>
              <a:rPr lang="en-GB" sz="1100" dirty="0" err="1"/>
              <a:t>eroare</a:t>
            </a:r>
            <a:r>
              <a:rPr lang="en-GB" sz="1100" dirty="0"/>
              <a:t>, </a:t>
            </a:r>
            <a:r>
              <a:rPr lang="en-GB" sz="1100" dirty="0" err="1"/>
              <a:t>protejând</a:t>
            </a:r>
            <a:r>
              <a:rPr lang="en-GB" sz="1100" dirty="0"/>
              <a:t> </a:t>
            </a:r>
            <a:r>
              <a:rPr lang="en-GB" sz="1100" dirty="0" err="1"/>
              <a:t>astfel</a:t>
            </a:r>
            <a:r>
              <a:rPr lang="en-GB" sz="1100" dirty="0"/>
              <a:t> </a:t>
            </a:r>
            <a:r>
              <a:rPr lang="en-GB" sz="1100" dirty="0" err="1"/>
              <a:t>fluxul</a:t>
            </a:r>
            <a:r>
              <a:rPr lang="en-GB" sz="1100" dirty="0"/>
              <a:t> </a:t>
            </a:r>
            <a:r>
              <a:rPr lang="en-GB" sz="1100" dirty="0" err="1"/>
              <a:t>aplicației</a:t>
            </a:r>
            <a:r>
              <a:rPr lang="en-GB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7695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885998A-6041-49BE-90FA-586136FDB22E}"/>
              </a:ext>
            </a:extLst>
          </p:cNvPr>
          <p:cNvGrpSpPr/>
          <p:nvPr/>
        </p:nvGrpSpPr>
        <p:grpSpPr>
          <a:xfrm>
            <a:off x="14120" y="780364"/>
            <a:ext cx="6678239" cy="3447833"/>
            <a:chOff x="3581399" y="426402"/>
            <a:chExt cx="5316416" cy="184753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9F86E72-D65A-4618-931B-E420DE1A40F4}"/>
                </a:ext>
              </a:extLst>
            </p:cNvPr>
            <p:cNvGrpSpPr/>
            <p:nvPr/>
          </p:nvGrpSpPr>
          <p:grpSpPr>
            <a:xfrm>
              <a:off x="6383214" y="426402"/>
              <a:ext cx="2514601" cy="1701499"/>
              <a:chOff x="6031523" y="778095"/>
              <a:chExt cx="2514601" cy="1701499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63C60C7-31E3-451F-BBAC-B4FFEC011450}"/>
                  </a:ext>
                </a:extLst>
              </p:cNvPr>
              <p:cNvSpPr/>
              <p:nvPr/>
            </p:nvSpPr>
            <p:spPr>
              <a:xfrm>
                <a:off x="6383216" y="896979"/>
                <a:ext cx="2162908" cy="1582615"/>
              </a:xfrm>
              <a:prstGeom prst="rect">
                <a:avLst/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C7689921-2E17-4F00-BCB9-4EDB826B4B20}"/>
                  </a:ext>
                </a:extLst>
              </p:cNvPr>
              <p:cNvSpPr/>
              <p:nvPr/>
            </p:nvSpPr>
            <p:spPr>
              <a:xfrm>
                <a:off x="6031523" y="778095"/>
                <a:ext cx="1582615" cy="391282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529840-06F4-4205-9C67-82E92D557453}"/>
                  </a:ext>
                </a:extLst>
              </p:cNvPr>
              <p:cNvSpPr txBox="1"/>
              <p:nvPr/>
            </p:nvSpPr>
            <p:spPr>
              <a:xfrm>
                <a:off x="6036656" y="819848"/>
                <a:ext cx="1464910" cy="343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rgbClr val="00B050"/>
                    </a:solidFill>
                  </a:rPr>
                  <a:t>Analiz</a:t>
                </a:r>
                <a:r>
                  <a:rPr lang="ro-RO" b="1" dirty="0">
                    <a:solidFill>
                      <a:srgbClr val="00B050"/>
                    </a:solidFill>
                  </a:rPr>
                  <a:t>ă</a:t>
                </a:r>
                <a:r>
                  <a:rPr lang="en-GB" b="1" dirty="0">
                    <a:solidFill>
                      <a:srgbClr val="00B050"/>
                    </a:solidFill>
                  </a:rPr>
                  <a:t> </a:t>
                </a:r>
                <a:r>
                  <a:rPr lang="en-GB" b="1" dirty="0" err="1">
                    <a:solidFill>
                      <a:srgbClr val="00B050"/>
                    </a:solidFill>
                  </a:rPr>
                  <a:t>Lingvistică</a:t>
                </a:r>
                <a:r>
                  <a:rPr lang="en-GB" b="1" dirty="0">
                    <a:solidFill>
                      <a:srgbClr val="00B050"/>
                    </a:solidFill>
                  </a:rPr>
                  <a:t> </a:t>
                </a:r>
                <a:endParaRPr lang="ko-KR" altLang="en-US" b="1" dirty="0">
                  <a:solidFill>
                    <a:srgbClr val="00B050"/>
                  </a:solidFill>
                  <a:cs typeface="Arial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7B91C6-F41D-4522-99E7-68D24954BA22}"/>
                  </a:ext>
                </a:extLst>
              </p:cNvPr>
              <p:cNvSpPr txBox="1"/>
              <p:nvPr/>
            </p:nvSpPr>
            <p:spPr>
              <a:xfrm>
                <a:off x="6525936" y="1219970"/>
                <a:ext cx="1877468" cy="119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 err="1">
                    <a:solidFill>
                      <a:srgbClr val="00B050"/>
                    </a:solidFill>
                  </a:rPr>
                  <a:t>Proiectul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nu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doar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numără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, ci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interpretează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textul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. Prin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funcțiile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de </a:t>
                </a:r>
                <a:r>
                  <a:rPr lang="en-GB" sz="1400" b="1" i="1" dirty="0" err="1">
                    <a:solidFill>
                      <a:srgbClr val="00B050"/>
                    </a:solidFill>
                  </a:rPr>
                  <a:t>Diversitate</a:t>
                </a:r>
                <a:r>
                  <a:rPr lang="en-GB" sz="1400" b="1" i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i="1" dirty="0" err="1">
                    <a:solidFill>
                      <a:srgbClr val="00B050"/>
                    </a:solidFill>
                  </a:rPr>
                  <a:t>Lexicală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și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i="1" dirty="0" err="1">
                    <a:solidFill>
                      <a:srgbClr val="00B050"/>
                    </a:solidFill>
                  </a:rPr>
                  <a:t>Histogramă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,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putem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înțelege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complexitatea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și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bogăția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vocabularului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folosit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,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identificând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dacă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un text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este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repetitiv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sau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bogat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în</a:t>
                </a:r>
                <a:r>
                  <a:rPr lang="en-GB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00B050"/>
                    </a:solidFill>
                  </a:rPr>
                  <a:t>conținut</a:t>
                </a:r>
                <a:r>
                  <a:rPr lang="en-GB" sz="1200" b="1" dirty="0">
                    <a:solidFill>
                      <a:srgbClr val="00B050"/>
                    </a:solidFill>
                  </a:rPr>
                  <a:t>.</a:t>
                </a:r>
                <a:endParaRPr lang="en-US" altLang="ko-KR" sz="1200" b="1" dirty="0">
                  <a:solidFill>
                    <a:srgbClr val="00B05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084E826-761C-4980-9B99-1CF80CB73AD0}"/>
                </a:ext>
              </a:extLst>
            </p:cNvPr>
            <p:cNvGrpSpPr/>
            <p:nvPr/>
          </p:nvGrpSpPr>
          <p:grpSpPr>
            <a:xfrm>
              <a:off x="3581399" y="426402"/>
              <a:ext cx="2514354" cy="1847535"/>
              <a:chOff x="6031523" y="778095"/>
              <a:chExt cx="2514354" cy="184753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5B29D82-6A98-463D-A002-35875D32DB85}"/>
                  </a:ext>
                </a:extLst>
              </p:cNvPr>
              <p:cNvSpPr/>
              <p:nvPr/>
            </p:nvSpPr>
            <p:spPr>
              <a:xfrm>
                <a:off x="6382969" y="896979"/>
                <a:ext cx="2162908" cy="1582615"/>
              </a:xfrm>
              <a:prstGeom prst="rect">
                <a:avLst/>
              </a:prstGeom>
              <a:solidFill>
                <a:schemeClr val="accent2">
                  <a:alpha val="7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D05618F-4A57-444D-B8D3-B562EB3A9094}"/>
                  </a:ext>
                </a:extLst>
              </p:cNvPr>
              <p:cNvSpPr/>
              <p:nvPr/>
            </p:nvSpPr>
            <p:spPr>
              <a:xfrm>
                <a:off x="6031523" y="778095"/>
                <a:ext cx="1582615" cy="391282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B999AF-AD38-492F-ADD7-B8ACCC68292B}"/>
                  </a:ext>
                </a:extLst>
              </p:cNvPr>
              <p:cNvSpPr txBox="1"/>
              <p:nvPr/>
            </p:nvSpPr>
            <p:spPr>
              <a:xfrm>
                <a:off x="6090375" y="819848"/>
                <a:ext cx="1464910" cy="188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ko-KR" altLang="en-US" sz="14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FE65E0-C83B-49FE-A097-74C60F79CC69}"/>
                  </a:ext>
                </a:extLst>
              </p:cNvPr>
              <p:cNvSpPr txBox="1"/>
              <p:nvPr/>
            </p:nvSpPr>
            <p:spPr>
              <a:xfrm>
                <a:off x="6525936" y="1219970"/>
                <a:ext cx="1877468" cy="1405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300" b="1" dirty="0" err="1">
                    <a:solidFill>
                      <a:srgbClr val="FF7C80"/>
                    </a:solidFill>
                  </a:rPr>
                  <a:t>Codul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transformă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procesarea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manuală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a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textului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într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-o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operațiune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instantanee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.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Oferă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statistici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precise (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număr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caractere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,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cuvinte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,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propoziții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)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în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mai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puțin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de o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secundă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,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eliminând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eroarea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umană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și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economisind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timp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prețios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în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analiza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documentelor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FF7C80"/>
                    </a:solidFill>
                  </a:rPr>
                  <a:t>mari</a:t>
                </a:r>
                <a:r>
                  <a:rPr lang="en-GB" sz="1300" b="1" dirty="0">
                    <a:solidFill>
                      <a:srgbClr val="FF7C80"/>
                    </a:solidFill>
                  </a:rPr>
                  <a:t>.</a:t>
                </a:r>
                <a:endParaRPr lang="en-US" altLang="ko-KR" sz="1300" b="1" dirty="0">
                  <a:solidFill>
                    <a:srgbClr val="FF7C8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352E615-AF19-4E1B-B7D5-05E689EC3B54}"/>
              </a:ext>
            </a:extLst>
          </p:cNvPr>
          <p:cNvGrpSpPr/>
          <p:nvPr/>
        </p:nvGrpSpPr>
        <p:grpSpPr>
          <a:xfrm>
            <a:off x="3533632" y="4027163"/>
            <a:ext cx="7958604" cy="2738567"/>
            <a:chOff x="6383214" y="2450883"/>
            <a:chExt cx="5316416" cy="16954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9A5B5C5-70DB-40D6-8159-0733660FD818}"/>
                </a:ext>
              </a:extLst>
            </p:cNvPr>
            <p:cNvGrpSpPr/>
            <p:nvPr/>
          </p:nvGrpSpPr>
          <p:grpSpPr>
            <a:xfrm>
              <a:off x="9185029" y="2450883"/>
              <a:ext cx="2514601" cy="1695400"/>
              <a:chOff x="6031523" y="778086"/>
              <a:chExt cx="2514601" cy="16954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C04C95E-CE4D-4872-AD43-842FE593C991}"/>
                  </a:ext>
                </a:extLst>
              </p:cNvPr>
              <p:cNvSpPr/>
              <p:nvPr/>
            </p:nvSpPr>
            <p:spPr>
              <a:xfrm>
                <a:off x="6383216" y="889337"/>
                <a:ext cx="2162908" cy="1582615"/>
              </a:xfrm>
              <a:prstGeom prst="rect">
                <a:avLst/>
              </a:prstGeom>
              <a:solidFill>
                <a:schemeClr val="accent3">
                  <a:alpha val="7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1E925DAC-9DC7-4015-85D7-8EA0F3FD4AC5}"/>
                  </a:ext>
                </a:extLst>
              </p:cNvPr>
              <p:cNvSpPr/>
              <p:nvPr/>
            </p:nvSpPr>
            <p:spPr>
              <a:xfrm>
                <a:off x="6031523" y="778095"/>
                <a:ext cx="1582615" cy="391282"/>
              </a:xfrm>
              <a:prstGeom prst="roundRect">
                <a:avLst>
                  <a:gd name="adj" fmla="val 16667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17EC30-FAF4-4BEF-8D30-052BAAE76070}"/>
                  </a:ext>
                </a:extLst>
              </p:cNvPr>
              <p:cNvSpPr txBox="1"/>
              <p:nvPr/>
            </p:nvSpPr>
            <p:spPr>
              <a:xfrm>
                <a:off x="6051255" y="778086"/>
                <a:ext cx="1464910" cy="362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 err="1">
                    <a:solidFill>
                      <a:srgbClr val="7030A0"/>
                    </a:solidFill>
                  </a:rPr>
                  <a:t>Optimizare</a:t>
                </a:r>
                <a:r>
                  <a:rPr lang="en-GB" sz="16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600" b="1" dirty="0" err="1">
                    <a:solidFill>
                      <a:srgbClr val="7030A0"/>
                    </a:solidFill>
                  </a:rPr>
                  <a:t>și</a:t>
                </a:r>
                <a:r>
                  <a:rPr lang="en-GB" sz="16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600" b="1" dirty="0" err="1">
                    <a:solidFill>
                      <a:srgbClr val="7030A0"/>
                    </a:solidFill>
                  </a:rPr>
                  <a:t>Controlul</a:t>
                </a:r>
                <a:r>
                  <a:rPr lang="en-GB" sz="16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600" b="1" dirty="0" err="1">
                    <a:solidFill>
                      <a:srgbClr val="7030A0"/>
                    </a:solidFill>
                  </a:rPr>
                  <a:t>Calității</a:t>
                </a:r>
                <a:endParaRPr lang="ko-KR" altLang="en-US" sz="1600" b="1" dirty="0">
                  <a:solidFill>
                    <a:srgbClr val="7030A0"/>
                  </a:solidFill>
                  <a:cs typeface="Arial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424E76-DB0B-44E0-951A-219996937979}"/>
                  </a:ext>
                </a:extLst>
              </p:cNvPr>
              <p:cNvSpPr txBox="1"/>
              <p:nvPr/>
            </p:nvSpPr>
            <p:spPr>
              <a:xfrm>
                <a:off x="6525936" y="1215927"/>
                <a:ext cx="1877468" cy="1257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 err="1">
                    <a:solidFill>
                      <a:srgbClr val="7030A0"/>
                    </a:solidFill>
                  </a:rPr>
                  <a:t>Acesta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este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un instrument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esențial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pentru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stilizarea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textului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. Prin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identificarea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propozițiilor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excesiv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de lungi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și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a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repetițiilor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deranjante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,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aplicația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acționează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ca un 'editor' automat,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ghidând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utilizatorul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să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scrie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mai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clar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,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mai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concis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și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mai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 </a:t>
                </a:r>
                <a:r>
                  <a:rPr lang="en-GB" sz="1400" b="1" dirty="0" err="1">
                    <a:solidFill>
                      <a:srgbClr val="7030A0"/>
                    </a:solidFill>
                  </a:rPr>
                  <a:t>profesionist</a:t>
                </a:r>
                <a:r>
                  <a:rPr lang="en-GB" sz="1400" b="1" dirty="0">
                    <a:solidFill>
                      <a:srgbClr val="7030A0"/>
                    </a:solidFill>
                  </a:rPr>
                  <a:t>.</a:t>
                </a:r>
                <a:r>
                  <a:rPr lang="en-US" altLang="ko-KR" sz="1400" b="1" dirty="0">
                    <a:solidFill>
                      <a:srgbClr val="7030A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6AAE7A2-6345-41B3-81CB-7B027A0DD739}"/>
                </a:ext>
              </a:extLst>
            </p:cNvPr>
            <p:cNvGrpSpPr/>
            <p:nvPr/>
          </p:nvGrpSpPr>
          <p:grpSpPr>
            <a:xfrm>
              <a:off x="6383214" y="2450892"/>
              <a:ext cx="2469854" cy="1693857"/>
              <a:chOff x="6031523" y="778095"/>
              <a:chExt cx="2469854" cy="1693857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04823C5-AAD3-4FB3-A25D-C238181A022C}"/>
                  </a:ext>
                </a:extLst>
              </p:cNvPr>
              <p:cNvSpPr/>
              <p:nvPr/>
            </p:nvSpPr>
            <p:spPr>
              <a:xfrm>
                <a:off x="6338469" y="889337"/>
                <a:ext cx="2162908" cy="1582615"/>
              </a:xfrm>
              <a:prstGeom prst="rect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9426DEA-E145-4CB5-A124-03449CFBB3D2}"/>
                  </a:ext>
                </a:extLst>
              </p:cNvPr>
              <p:cNvSpPr/>
              <p:nvPr/>
            </p:nvSpPr>
            <p:spPr>
              <a:xfrm>
                <a:off x="6031523" y="778095"/>
                <a:ext cx="1582615" cy="391282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DFB5B5-FA64-4BEE-B753-0656AB389907}"/>
                  </a:ext>
                </a:extLst>
              </p:cNvPr>
              <p:cNvSpPr txBox="1"/>
              <p:nvPr/>
            </p:nvSpPr>
            <p:spPr>
              <a:xfrm>
                <a:off x="6090375" y="835248"/>
                <a:ext cx="1464910" cy="247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o-RO" altLang="ko-KR" sz="2000" b="1" dirty="0">
                    <a:solidFill>
                      <a:srgbClr val="0000CC"/>
                    </a:solidFill>
                    <a:cs typeface="Arial" pitchFamily="34" charset="0"/>
                  </a:rPr>
                  <a:t>Filtrare de date </a:t>
                </a:r>
                <a:endParaRPr lang="ko-KR" altLang="en-US" sz="2000" b="1" dirty="0">
                  <a:solidFill>
                    <a:srgbClr val="0000CC"/>
                  </a:solidFill>
                  <a:cs typeface="Arial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C24BE7-F4B7-4B22-90D0-D58085FC6A1F}"/>
                  </a:ext>
                </a:extLst>
              </p:cNvPr>
              <p:cNvSpPr txBox="1"/>
              <p:nvPr/>
            </p:nvSpPr>
            <p:spPr>
              <a:xfrm>
                <a:off x="6525936" y="1219970"/>
                <a:ext cx="1877468" cy="1171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300" b="1" dirty="0" err="1">
                    <a:solidFill>
                      <a:srgbClr val="0000CC"/>
                    </a:solidFill>
                  </a:rPr>
                  <a:t>Aplicația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funcționează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ca un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filtru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inteligent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. Prin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funcțiile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de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căutare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a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cuvintelor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după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prefix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și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identificarea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propozițiilor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lungi,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codul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ajută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la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curățarea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textelor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brute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și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la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standardizarea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formatului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,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fiind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esențial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pentru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pregătirea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datelor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în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orice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</a:t>
                </a:r>
                <a:r>
                  <a:rPr lang="en-GB" sz="1300" b="1" dirty="0" err="1">
                    <a:solidFill>
                      <a:srgbClr val="0000CC"/>
                    </a:solidFill>
                  </a:rPr>
                  <a:t>sistem</a:t>
                </a:r>
                <a:r>
                  <a:rPr lang="en-GB" sz="1300" b="1" dirty="0">
                    <a:solidFill>
                      <a:srgbClr val="0000CC"/>
                    </a:solidFill>
                  </a:rPr>
                  <a:t> informatic</a:t>
                </a:r>
                <a:r>
                  <a:rPr lang="en-GB" sz="1200" dirty="0">
                    <a:solidFill>
                      <a:srgbClr val="0000CC"/>
                    </a:solidFill>
                  </a:rPr>
                  <a:t>.</a:t>
                </a:r>
                <a:endParaRPr lang="en-US" altLang="ko-KR" sz="1200" dirty="0">
                  <a:solidFill>
                    <a:srgbClr val="0000CC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527A945-33D2-70E3-5303-47DB488FEE21}"/>
              </a:ext>
            </a:extLst>
          </p:cNvPr>
          <p:cNvSpPr txBox="1"/>
          <p:nvPr/>
        </p:nvSpPr>
        <p:spPr>
          <a:xfrm>
            <a:off x="88046" y="825053"/>
            <a:ext cx="1840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 err="1">
                <a:solidFill>
                  <a:srgbClr val="FF0000"/>
                </a:solidFill>
              </a:rPr>
              <a:t>Automatizare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 err="1">
                <a:solidFill>
                  <a:srgbClr val="FF0000"/>
                </a:solidFill>
              </a:rPr>
              <a:t>și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 err="1">
                <a:solidFill>
                  <a:srgbClr val="FF0000"/>
                </a:solidFill>
              </a:rPr>
              <a:t>Eficiență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5698C9D-0BE3-3DB0-2860-55EA14924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" y="-5820"/>
            <a:ext cx="10254343" cy="77425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4ECC114-BBBB-4A7B-5FD9-6DC4EFA41174}"/>
              </a:ext>
            </a:extLst>
          </p:cNvPr>
          <p:cNvSpPr txBox="1"/>
          <p:nvPr/>
        </p:nvSpPr>
        <p:spPr>
          <a:xfrm>
            <a:off x="1200045" y="193356"/>
            <a:ext cx="9477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latin typeface="Aptos Slab Black" panose="020B0004020202020204" pitchFamily="34" charset="0"/>
              </a:rPr>
              <a:t>IMPORTANȚA CODULUI SI MODUL ÎN CARE POATE FI APLICAT IN VIAȚA DE ZI CU ZI</a:t>
            </a:r>
            <a:endParaRPr lang="en-GB" b="1" i="1" dirty="0">
              <a:latin typeface="Aptos Slab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350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499E92-50A7-4680-90CB-41532F4FC718}"/>
              </a:ext>
            </a:extLst>
          </p:cNvPr>
          <p:cNvSpPr/>
          <p:nvPr/>
        </p:nvSpPr>
        <p:spPr>
          <a:xfrm>
            <a:off x="5327779" y="293611"/>
            <a:ext cx="6415405" cy="6270778"/>
          </a:xfrm>
          <a:prstGeom prst="roundRect">
            <a:avLst>
              <a:gd name="adj" fmla="val 1286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3B75C5-9BDB-4B5F-AB3F-CB12A702F1F8}"/>
              </a:ext>
            </a:extLst>
          </p:cNvPr>
          <p:cNvSpPr txBox="1"/>
          <p:nvPr/>
        </p:nvSpPr>
        <p:spPr>
          <a:xfrm>
            <a:off x="6030526" y="2272219"/>
            <a:ext cx="55084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FFFF00"/>
                </a:solidFill>
              </a:rPr>
              <a:t>def cautare_cuvinte_dupa_inceput():</a:t>
            </a:r>
            <a:endParaRPr lang="ro-RO" sz="1600" b="1" dirty="0">
              <a:solidFill>
                <a:srgbClr val="FFFF00"/>
              </a:solidFill>
            </a:endParaRPr>
          </a:p>
          <a:p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Permite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utilizatorului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sa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introduca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un prefix (ex: 'pro')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si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afiseaza</a:t>
            </a:r>
            <a:r>
              <a:rPr lang="ro-RO" sz="12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toate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cuvintele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din text care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incep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cu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acele</a:t>
            </a:r>
            <a:r>
              <a:rPr lang="ro-RO" sz="12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litere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.</a:t>
            </a:r>
            <a:r>
              <a:rPr lang="ro-RO" sz="12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Indeplineste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cerinta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de '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Mecanisme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imbunatatite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 de </a:t>
            </a:r>
            <a:r>
              <a:rPr lang="en-GB" sz="1200" i="1" dirty="0" err="1">
                <a:solidFill>
                  <a:schemeClr val="bg1">
                    <a:lumMod val="95000"/>
                  </a:schemeClr>
                </a:solidFill>
              </a:rPr>
              <a:t>cautare</a:t>
            </a:r>
            <a:r>
              <a:rPr lang="en-GB" sz="1200" i="1" dirty="0">
                <a:solidFill>
                  <a:schemeClr val="bg1">
                    <a:lumMod val="95000"/>
                  </a:schemeClr>
                </a:solidFill>
              </a:rPr>
              <a:t>'.</a:t>
            </a:r>
            <a:endParaRPr lang="it-IT" sz="1200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DA86C59-34F4-4919-9F69-A6D243DD90AF}"/>
              </a:ext>
            </a:extLst>
          </p:cNvPr>
          <p:cNvGrpSpPr/>
          <p:nvPr/>
        </p:nvGrpSpPr>
        <p:grpSpPr>
          <a:xfrm>
            <a:off x="5186458" y="1830125"/>
            <a:ext cx="6352536" cy="1190011"/>
            <a:chOff x="4982958" y="1631986"/>
            <a:chExt cx="6352536" cy="11900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591A18A-7559-4485-BC2C-6ACBBA9F87DF}"/>
                </a:ext>
              </a:extLst>
            </p:cNvPr>
            <p:cNvSpPr txBox="1"/>
            <p:nvPr/>
          </p:nvSpPr>
          <p:spPr>
            <a:xfrm>
              <a:off x="6673654" y="1631986"/>
              <a:ext cx="4661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27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E3BD7D-EEC6-41FC-867D-95F2B71346B3}"/>
                </a:ext>
              </a:extLst>
            </p:cNvPr>
            <p:cNvSpPr txBox="1"/>
            <p:nvPr/>
          </p:nvSpPr>
          <p:spPr>
            <a:xfrm>
              <a:off x="4982958" y="2044487"/>
              <a:ext cx="981106" cy="7775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1</a:t>
              </a:r>
              <a:r>
                <a:rPr lang="ro-RO" altLang="ko-KR" sz="4400" b="1" dirty="0">
                  <a:solidFill>
                    <a:schemeClr val="bg1"/>
                  </a:solidFill>
                  <a:cs typeface="Arial" pitchFamily="34" charset="0"/>
                </a:rPr>
                <a:t>.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8A41E9E-1812-4ACE-A417-73C9AF47F355}"/>
              </a:ext>
            </a:extLst>
          </p:cNvPr>
          <p:cNvSpPr txBox="1"/>
          <p:nvPr/>
        </p:nvSpPr>
        <p:spPr>
          <a:xfrm>
            <a:off x="6126805" y="3252703"/>
            <a:ext cx="54631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FFFF00"/>
                </a:solidFill>
              </a:rPr>
              <a:t>def </a:t>
            </a:r>
            <a:r>
              <a:rPr lang="en-GB" sz="1600" b="1" dirty="0" err="1">
                <a:solidFill>
                  <a:srgbClr val="FFFF00"/>
                </a:solidFill>
              </a:rPr>
              <a:t>analiza_diversitate_lexicala</a:t>
            </a:r>
            <a:r>
              <a:rPr lang="en-GB" sz="1600" b="1" dirty="0">
                <a:solidFill>
                  <a:srgbClr val="FFFF00"/>
                </a:solidFill>
              </a:rPr>
              <a:t>():</a:t>
            </a:r>
            <a:endParaRPr lang="ro-RO" sz="1600" b="1" dirty="0">
              <a:solidFill>
                <a:srgbClr val="FFFF00"/>
              </a:solidFill>
            </a:endParaRPr>
          </a:p>
          <a:p>
            <a:r>
              <a:rPr lang="en-GB" sz="1200" i="1" dirty="0" err="1">
                <a:solidFill>
                  <a:schemeClr val="bg1"/>
                </a:solidFill>
              </a:rPr>
              <a:t>Calculeaza</a:t>
            </a:r>
            <a:r>
              <a:rPr lang="en-GB" sz="1200" i="1" dirty="0">
                <a:solidFill>
                  <a:schemeClr val="bg1"/>
                </a:solidFill>
              </a:rPr>
              <a:t> </a:t>
            </a:r>
            <a:r>
              <a:rPr lang="en-GB" sz="1200" i="1" dirty="0" err="1">
                <a:solidFill>
                  <a:schemeClr val="bg1"/>
                </a:solidFill>
              </a:rPr>
              <a:t>diversitatea</a:t>
            </a:r>
            <a:r>
              <a:rPr lang="en-GB" sz="1200" i="1" dirty="0">
                <a:solidFill>
                  <a:schemeClr val="bg1"/>
                </a:solidFill>
              </a:rPr>
              <a:t> </a:t>
            </a:r>
            <a:r>
              <a:rPr lang="en-GB" sz="1200" i="1" dirty="0" err="1">
                <a:solidFill>
                  <a:schemeClr val="bg1"/>
                </a:solidFill>
              </a:rPr>
              <a:t>vocabularului</a:t>
            </a:r>
            <a:r>
              <a:rPr lang="en-GB" sz="1200" i="1" dirty="0">
                <a:solidFill>
                  <a:schemeClr val="bg1"/>
                </a:solidFill>
              </a:rPr>
              <a:t>.</a:t>
            </a:r>
            <a:br>
              <a:rPr lang="en-GB" sz="1200" i="1" dirty="0">
                <a:solidFill>
                  <a:schemeClr val="bg1"/>
                </a:solidFill>
              </a:rPr>
            </a:br>
            <a:r>
              <a:rPr lang="en-GB" sz="1200" i="1" dirty="0">
                <a:solidFill>
                  <a:schemeClr val="bg1"/>
                </a:solidFill>
              </a:rPr>
              <a:t>Numara </a:t>
            </a:r>
            <a:r>
              <a:rPr lang="en-GB" sz="1200" i="1" dirty="0" err="1">
                <a:solidFill>
                  <a:schemeClr val="bg1"/>
                </a:solidFill>
              </a:rPr>
              <a:t>cuvintele</a:t>
            </a:r>
            <a:r>
              <a:rPr lang="en-GB" sz="1200" i="1" dirty="0">
                <a:solidFill>
                  <a:schemeClr val="bg1"/>
                </a:solidFill>
              </a:rPr>
              <a:t> </a:t>
            </a:r>
            <a:r>
              <a:rPr lang="en-GB" sz="1200" i="1" dirty="0" err="1">
                <a:solidFill>
                  <a:schemeClr val="bg1"/>
                </a:solidFill>
              </a:rPr>
              <a:t>unice</a:t>
            </a:r>
            <a:r>
              <a:rPr lang="en-GB" sz="1200" i="1" dirty="0">
                <a:solidFill>
                  <a:schemeClr val="bg1"/>
                </a:solidFill>
              </a:rPr>
              <a:t> </a:t>
            </a:r>
            <a:r>
              <a:rPr lang="en-GB" sz="1200" i="1" dirty="0" err="1">
                <a:solidFill>
                  <a:schemeClr val="bg1"/>
                </a:solidFill>
              </a:rPr>
              <a:t>si</a:t>
            </a:r>
            <a:r>
              <a:rPr lang="en-GB" sz="1200" i="1" dirty="0">
                <a:solidFill>
                  <a:schemeClr val="bg1"/>
                </a:solidFill>
              </a:rPr>
              <a:t> face </a:t>
            </a:r>
            <a:r>
              <a:rPr lang="en-GB" sz="1200" i="1" dirty="0" err="1">
                <a:solidFill>
                  <a:schemeClr val="bg1"/>
                </a:solidFill>
              </a:rPr>
              <a:t>raportul</a:t>
            </a:r>
            <a:r>
              <a:rPr lang="en-GB" sz="1200" i="1" dirty="0">
                <a:solidFill>
                  <a:schemeClr val="bg1"/>
                </a:solidFill>
              </a:rPr>
              <a:t> fata de </a:t>
            </a:r>
            <a:r>
              <a:rPr lang="en-GB" sz="1200" i="1" dirty="0" err="1">
                <a:solidFill>
                  <a:schemeClr val="bg1"/>
                </a:solidFill>
              </a:rPr>
              <a:t>totalul</a:t>
            </a:r>
            <a:r>
              <a:rPr lang="en-GB" sz="1200" i="1" dirty="0">
                <a:solidFill>
                  <a:schemeClr val="bg1"/>
                </a:solidFill>
              </a:rPr>
              <a:t> </a:t>
            </a:r>
            <a:r>
              <a:rPr lang="en-GB" sz="1200" i="1" dirty="0" err="1">
                <a:solidFill>
                  <a:schemeClr val="bg1"/>
                </a:solidFill>
              </a:rPr>
              <a:t>cuvintelor</a:t>
            </a:r>
            <a:r>
              <a:rPr lang="en-GB" sz="1200" i="1" dirty="0">
                <a:solidFill>
                  <a:schemeClr val="bg1"/>
                </a:solidFill>
              </a:rPr>
              <a:t>.</a:t>
            </a:r>
            <a:r>
              <a:rPr lang="ro-RO" sz="1200" i="1" dirty="0">
                <a:solidFill>
                  <a:schemeClr val="bg1"/>
                </a:solidFill>
              </a:rPr>
              <a:t> </a:t>
            </a:r>
            <a:r>
              <a:rPr lang="en-GB" sz="1200" i="1" dirty="0">
                <a:solidFill>
                  <a:schemeClr val="bg1"/>
                </a:solidFill>
              </a:rPr>
              <a:t>Un </a:t>
            </a:r>
            <a:r>
              <a:rPr lang="en-GB" sz="1200" i="1" dirty="0" err="1">
                <a:solidFill>
                  <a:schemeClr val="bg1"/>
                </a:solidFill>
              </a:rPr>
              <a:t>scor</a:t>
            </a:r>
            <a:r>
              <a:rPr lang="en-GB" sz="1200" i="1" dirty="0">
                <a:solidFill>
                  <a:schemeClr val="bg1"/>
                </a:solidFill>
              </a:rPr>
              <a:t> mic </a:t>
            </a:r>
            <a:r>
              <a:rPr lang="en-GB" sz="1200" i="1" dirty="0" err="1">
                <a:solidFill>
                  <a:schemeClr val="bg1"/>
                </a:solidFill>
              </a:rPr>
              <a:t>inseamna</a:t>
            </a:r>
            <a:r>
              <a:rPr lang="en-GB" sz="1200" i="1" dirty="0">
                <a:solidFill>
                  <a:schemeClr val="bg1"/>
                </a:solidFill>
              </a:rPr>
              <a:t> text </a:t>
            </a:r>
            <a:r>
              <a:rPr lang="en-GB" sz="1200" i="1" dirty="0" err="1">
                <a:solidFill>
                  <a:schemeClr val="bg1"/>
                </a:solidFill>
              </a:rPr>
              <a:t>repetitiv</a:t>
            </a:r>
            <a:r>
              <a:rPr lang="en-GB" sz="1200" i="1" dirty="0">
                <a:solidFill>
                  <a:schemeClr val="bg1"/>
                </a:solidFill>
              </a:rPr>
              <a:t>. Un </a:t>
            </a:r>
            <a:r>
              <a:rPr lang="en-GB" sz="1200" i="1" dirty="0" err="1">
                <a:solidFill>
                  <a:schemeClr val="bg1"/>
                </a:solidFill>
              </a:rPr>
              <a:t>scor</a:t>
            </a:r>
            <a:r>
              <a:rPr lang="en-GB" sz="1200" i="1" dirty="0">
                <a:solidFill>
                  <a:schemeClr val="bg1"/>
                </a:solidFill>
              </a:rPr>
              <a:t> mare </a:t>
            </a:r>
            <a:r>
              <a:rPr lang="en-GB" sz="1200" i="1" dirty="0" err="1">
                <a:solidFill>
                  <a:schemeClr val="bg1"/>
                </a:solidFill>
              </a:rPr>
              <a:t>inseamna</a:t>
            </a:r>
            <a:r>
              <a:rPr lang="en-GB" sz="1200" i="1" dirty="0">
                <a:solidFill>
                  <a:schemeClr val="bg1"/>
                </a:solidFill>
              </a:rPr>
              <a:t> text </a:t>
            </a:r>
            <a:r>
              <a:rPr lang="en-GB" sz="1200" i="1" dirty="0" err="1">
                <a:solidFill>
                  <a:schemeClr val="bg1"/>
                </a:solidFill>
              </a:rPr>
              <a:t>bogat</a:t>
            </a:r>
            <a:r>
              <a:rPr lang="en-GB" sz="1200" i="1" dirty="0">
                <a:solidFill>
                  <a:schemeClr val="bg1"/>
                </a:solidFill>
              </a:rPr>
              <a:t>.</a:t>
            </a:r>
            <a:endParaRPr lang="en-GB" sz="1200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E7642E-CD93-4445-B49C-21F1CF8B80D1}"/>
              </a:ext>
            </a:extLst>
          </p:cNvPr>
          <p:cNvGrpSpPr/>
          <p:nvPr/>
        </p:nvGrpSpPr>
        <p:grpSpPr>
          <a:xfrm>
            <a:off x="5213446" y="3024827"/>
            <a:ext cx="6459006" cy="917167"/>
            <a:chOff x="5063100" y="1678152"/>
            <a:chExt cx="6459006" cy="91716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79CA3D-1245-4812-BE2C-A17717D31459}"/>
                </a:ext>
              </a:extLst>
            </p:cNvPr>
            <p:cNvSpPr txBox="1"/>
            <p:nvPr/>
          </p:nvSpPr>
          <p:spPr>
            <a:xfrm>
              <a:off x="6860266" y="1678152"/>
              <a:ext cx="4661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27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27DDE9-FE7C-4B7E-A047-E092B6A88859}"/>
                </a:ext>
              </a:extLst>
            </p:cNvPr>
            <p:cNvSpPr txBox="1"/>
            <p:nvPr/>
          </p:nvSpPr>
          <p:spPr>
            <a:xfrm>
              <a:off x="5063100" y="1817809"/>
              <a:ext cx="981106" cy="7775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2</a:t>
              </a:r>
              <a:r>
                <a:rPr lang="ro-RO" altLang="ko-KR" sz="4400" b="1" dirty="0">
                  <a:solidFill>
                    <a:schemeClr val="bg1"/>
                  </a:solidFill>
                  <a:cs typeface="Arial" pitchFamily="34" charset="0"/>
                </a:rPr>
                <a:t>.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3E30DF-4F9D-4D5B-9110-CB46BA5063F2}"/>
              </a:ext>
            </a:extLst>
          </p:cNvPr>
          <p:cNvGrpSpPr/>
          <p:nvPr/>
        </p:nvGrpSpPr>
        <p:grpSpPr>
          <a:xfrm>
            <a:off x="5172279" y="4079907"/>
            <a:ext cx="5843547" cy="1354749"/>
            <a:chOff x="4968779" y="1603784"/>
            <a:chExt cx="5843547" cy="135474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5757E4-1723-4073-9FC5-1D351F20A151}"/>
                </a:ext>
              </a:extLst>
            </p:cNvPr>
            <p:cNvSpPr txBox="1"/>
            <p:nvPr/>
          </p:nvSpPr>
          <p:spPr>
            <a:xfrm>
              <a:off x="6150486" y="2450702"/>
              <a:ext cx="4661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27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B9AF74-CA02-49F9-88D7-98D77F70D10F}"/>
                </a:ext>
              </a:extLst>
            </p:cNvPr>
            <p:cNvSpPr txBox="1"/>
            <p:nvPr/>
          </p:nvSpPr>
          <p:spPr>
            <a:xfrm>
              <a:off x="4968779" y="1603784"/>
              <a:ext cx="981106" cy="7775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3</a:t>
              </a:r>
              <a:r>
                <a:rPr lang="ro-RO" altLang="ko-KR" sz="4400" b="1" dirty="0">
                  <a:solidFill>
                    <a:schemeClr val="bg1"/>
                  </a:solidFill>
                  <a:cs typeface="Arial" pitchFamily="34" charset="0"/>
                </a:rPr>
                <a:t>.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37A4661-D2A4-40E5-9248-83B3298A506A}"/>
              </a:ext>
            </a:extLst>
          </p:cNvPr>
          <p:cNvSpPr txBox="1"/>
          <p:nvPr/>
        </p:nvSpPr>
        <p:spPr>
          <a:xfrm>
            <a:off x="6112029" y="5181510"/>
            <a:ext cx="4661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FFFF00"/>
                </a:solidFill>
              </a:rPr>
              <a:t>def cea_mai_lunga_propozitie():</a:t>
            </a:r>
          </a:p>
          <a:p>
            <a:r>
              <a:rPr lang="en-GB" sz="1200" i="1" dirty="0" err="1">
                <a:solidFill>
                  <a:schemeClr val="bg1"/>
                </a:solidFill>
              </a:rPr>
              <a:t>Identifica</a:t>
            </a:r>
            <a:r>
              <a:rPr lang="en-GB" sz="1200" i="1" dirty="0">
                <a:solidFill>
                  <a:schemeClr val="bg1"/>
                </a:solidFill>
              </a:rPr>
              <a:t> </a:t>
            </a:r>
            <a:r>
              <a:rPr lang="en-GB" sz="1200" i="1" dirty="0" err="1">
                <a:solidFill>
                  <a:schemeClr val="bg1"/>
                </a:solidFill>
              </a:rPr>
              <a:t>si</a:t>
            </a:r>
            <a:r>
              <a:rPr lang="en-GB" sz="1200" i="1" dirty="0">
                <a:solidFill>
                  <a:schemeClr val="bg1"/>
                </a:solidFill>
              </a:rPr>
              <a:t> </a:t>
            </a:r>
            <a:r>
              <a:rPr lang="en-GB" sz="1200" i="1" dirty="0" err="1">
                <a:solidFill>
                  <a:schemeClr val="bg1"/>
                </a:solidFill>
              </a:rPr>
              <a:t>afiseaza</a:t>
            </a:r>
            <a:r>
              <a:rPr lang="en-GB" sz="1200" i="1" dirty="0">
                <a:solidFill>
                  <a:schemeClr val="bg1"/>
                </a:solidFill>
              </a:rPr>
              <a:t> TOATE </a:t>
            </a:r>
            <a:r>
              <a:rPr lang="en-GB" sz="1200" i="1" dirty="0" err="1">
                <a:solidFill>
                  <a:schemeClr val="bg1"/>
                </a:solidFill>
              </a:rPr>
              <a:t>propozitiile</a:t>
            </a:r>
            <a:r>
              <a:rPr lang="en-GB" sz="1200" i="1" dirty="0">
                <a:solidFill>
                  <a:schemeClr val="bg1"/>
                </a:solidFill>
              </a:rPr>
              <a:t> care au </a:t>
            </a:r>
            <a:r>
              <a:rPr lang="en-GB" sz="1200" i="1" dirty="0" err="1">
                <a:solidFill>
                  <a:schemeClr val="bg1"/>
                </a:solidFill>
              </a:rPr>
              <a:t>numarul</a:t>
            </a:r>
            <a:r>
              <a:rPr lang="en-GB" sz="1200" i="1" dirty="0">
                <a:solidFill>
                  <a:schemeClr val="bg1"/>
                </a:solidFill>
              </a:rPr>
              <a:t> maxim de </a:t>
            </a:r>
            <a:r>
              <a:rPr lang="en-GB" sz="1200" i="1" dirty="0" err="1">
                <a:solidFill>
                  <a:schemeClr val="bg1"/>
                </a:solidFill>
              </a:rPr>
              <a:t>cuvinte.Trateaza</a:t>
            </a:r>
            <a:r>
              <a:rPr lang="en-GB" sz="1200" i="1" dirty="0">
                <a:solidFill>
                  <a:schemeClr val="bg1"/>
                </a:solidFill>
              </a:rPr>
              <a:t> </a:t>
            </a:r>
            <a:r>
              <a:rPr lang="en-GB" sz="1200" i="1" dirty="0" err="1">
                <a:solidFill>
                  <a:schemeClr val="bg1"/>
                </a:solidFill>
              </a:rPr>
              <a:t>cazul</a:t>
            </a:r>
            <a:r>
              <a:rPr lang="en-GB" sz="1200" i="1" dirty="0">
                <a:solidFill>
                  <a:schemeClr val="bg1"/>
                </a:solidFill>
              </a:rPr>
              <a:t> de </a:t>
            </a:r>
            <a:r>
              <a:rPr lang="en-GB" sz="1200" i="1" dirty="0" err="1">
                <a:solidFill>
                  <a:schemeClr val="bg1"/>
                </a:solidFill>
              </a:rPr>
              <a:t>egalitate</a:t>
            </a:r>
            <a:r>
              <a:rPr lang="en-GB" sz="1200" i="1" dirty="0">
                <a:solidFill>
                  <a:schemeClr val="bg1"/>
                </a:solidFill>
              </a:rPr>
              <a:t> (cand </a:t>
            </a:r>
            <a:r>
              <a:rPr lang="en-GB" sz="1200" i="1" dirty="0" err="1">
                <a:solidFill>
                  <a:schemeClr val="bg1"/>
                </a:solidFill>
              </a:rPr>
              <a:t>mai</a:t>
            </a:r>
            <a:r>
              <a:rPr lang="en-GB" sz="1200" i="1" dirty="0">
                <a:solidFill>
                  <a:schemeClr val="bg1"/>
                </a:solidFill>
              </a:rPr>
              <a:t> </a:t>
            </a:r>
            <a:r>
              <a:rPr lang="en-GB" sz="1200" i="1" dirty="0" err="1">
                <a:solidFill>
                  <a:schemeClr val="bg1"/>
                </a:solidFill>
              </a:rPr>
              <a:t>multe</a:t>
            </a:r>
            <a:r>
              <a:rPr lang="en-GB" sz="1200" i="1" dirty="0">
                <a:solidFill>
                  <a:schemeClr val="bg1"/>
                </a:solidFill>
              </a:rPr>
              <a:t> </a:t>
            </a:r>
            <a:r>
              <a:rPr lang="en-GB" sz="1200" i="1" dirty="0" err="1">
                <a:solidFill>
                  <a:schemeClr val="bg1"/>
                </a:solidFill>
              </a:rPr>
              <a:t>propozitii</a:t>
            </a:r>
            <a:r>
              <a:rPr lang="en-GB" sz="1200" i="1" dirty="0">
                <a:solidFill>
                  <a:schemeClr val="bg1"/>
                </a:solidFill>
              </a:rPr>
              <a:t> au </a:t>
            </a:r>
            <a:r>
              <a:rPr lang="en-GB" sz="1200" i="1" dirty="0" err="1">
                <a:solidFill>
                  <a:schemeClr val="bg1"/>
                </a:solidFill>
              </a:rPr>
              <a:t>aceeasi</a:t>
            </a:r>
            <a:r>
              <a:rPr lang="en-GB" sz="1200" i="1" dirty="0">
                <a:solidFill>
                  <a:schemeClr val="bg1"/>
                </a:solidFill>
              </a:rPr>
              <a:t> </a:t>
            </a:r>
            <a:r>
              <a:rPr lang="en-GB" sz="1200" i="1" dirty="0" err="1">
                <a:solidFill>
                  <a:schemeClr val="bg1"/>
                </a:solidFill>
              </a:rPr>
              <a:t>lungime</a:t>
            </a:r>
            <a:r>
              <a:rPr lang="en-GB" sz="1200" i="1" dirty="0">
                <a:solidFill>
                  <a:schemeClr val="bg1"/>
                </a:solidFill>
              </a:rPr>
              <a:t> maxima).</a:t>
            </a:r>
            <a:endParaRPr lang="en-GB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FEFB00-F764-4A36-BDE0-EFBFFBAD9C92}"/>
              </a:ext>
            </a:extLst>
          </p:cNvPr>
          <p:cNvGrpSpPr/>
          <p:nvPr/>
        </p:nvGrpSpPr>
        <p:grpSpPr>
          <a:xfrm>
            <a:off x="5172279" y="5023588"/>
            <a:ext cx="6217425" cy="1583164"/>
            <a:chOff x="4968779" y="1408473"/>
            <a:chExt cx="6217425" cy="158316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3DF382-44DD-45C3-9704-34E8893BC3AC}"/>
                </a:ext>
              </a:extLst>
            </p:cNvPr>
            <p:cNvSpPr txBox="1"/>
            <p:nvPr/>
          </p:nvSpPr>
          <p:spPr>
            <a:xfrm>
              <a:off x="6524364" y="2483806"/>
              <a:ext cx="4661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27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611BD74-B8C0-4D62-99FC-2DBC909A434D}"/>
                </a:ext>
              </a:extLst>
            </p:cNvPr>
            <p:cNvSpPr txBox="1"/>
            <p:nvPr/>
          </p:nvSpPr>
          <p:spPr>
            <a:xfrm>
              <a:off x="4968779" y="1408473"/>
              <a:ext cx="981106" cy="7775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4</a:t>
              </a:r>
              <a:r>
                <a:rPr lang="ro-RO" altLang="ko-KR" sz="4400" b="1" dirty="0">
                  <a:solidFill>
                    <a:schemeClr val="bg1"/>
                  </a:solidFill>
                  <a:cs typeface="Arial" pitchFamily="34" charset="0"/>
                </a:rPr>
                <a:t>.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759B7F6-744B-B488-6DD0-213BA4F3D504}"/>
              </a:ext>
            </a:extLst>
          </p:cNvPr>
          <p:cNvSpPr txBox="1"/>
          <p:nvPr/>
        </p:nvSpPr>
        <p:spPr>
          <a:xfrm>
            <a:off x="5792279" y="456922"/>
            <a:ext cx="5301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>
                <a:solidFill>
                  <a:srgbClr val="C00000"/>
                </a:solidFill>
              </a:rPr>
              <a:t>FUNCȚIONALITĂȚI SUPLIMENTARE</a:t>
            </a:r>
          </a:p>
          <a:p>
            <a:pPr algn="ctr"/>
            <a:r>
              <a:rPr lang="ro-RO" dirty="0">
                <a:solidFill>
                  <a:srgbClr val="C00000"/>
                </a:solidFill>
              </a:rPr>
              <a:t>(FUNCȚIILE ADĂUGATE PENTRU DEZVOLTAREA CODULUI) </a:t>
            </a:r>
            <a:endParaRPr lang="en-US" dirty="0">
              <a:solidFill>
                <a:srgbClr val="C00000"/>
              </a:solidFill>
            </a:endParaRPr>
          </a:p>
          <a:p>
            <a:pPr algn="ctr"/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7BBB84-DE28-99DE-39C3-C9F1C097C16A}"/>
              </a:ext>
            </a:extLst>
          </p:cNvPr>
          <p:cNvSpPr txBox="1"/>
          <p:nvPr/>
        </p:nvSpPr>
        <p:spPr>
          <a:xfrm>
            <a:off x="5286376" y="1391319"/>
            <a:ext cx="6348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/>
              <a:t>Am incercat să adaug un plus de valoare codului deja existent și să îi atașez functii care să fie practice și de ajutor pentru cel care îl utilizează. Funcțiile adăugate sunt</a:t>
            </a:r>
            <a:r>
              <a:rPr lang="en-GB" sz="1600" dirty="0"/>
              <a:t>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88434F-67E8-ADB1-377F-6CE9E1BC23AB}"/>
              </a:ext>
            </a:extLst>
          </p:cNvPr>
          <p:cNvSpPr txBox="1"/>
          <p:nvPr/>
        </p:nvSpPr>
        <p:spPr>
          <a:xfrm>
            <a:off x="6126805" y="4274791"/>
            <a:ext cx="60975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solidFill>
                  <a:srgbClr val="FFFF00"/>
                </a:solidFill>
                <a:effectLst/>
                <a:latin typeface="JetBrains Mono"/>
              </a:rPr>
              <a:t>def </a:t>
            </a:r>
            <a:r>
              <a:rPr lang="en-GB" b="1" dirty="0" err="1">
                <a:solidFill>
                  <a:srgbClr val="FFFF00"/>
                </a:solidFill>
                <a:effectLst/>
                <a:latin typeface="JetBrains Mono"/>
              </a:rPr>
              <a:t>inlocuire_cuvant</a:t>
            </a:r>
            <a:r>
              <a:rPr lang="en-GB" b="1" dirty="0">
                <a:solidFill>
                  <a:srgbClr val="FFFF00"/>
                </a:solidFill>
                <a:effectLst/>
                <a:latin typeface="JetBrains Mono"/>
              </a:rPr>
              <a:t>():</a:t>
            </a:r>
            <a:endParaRPr lang="ro-RO" b="1" dirty="0">
              <a:solidFill>
                <a:srgbClr val="FFFF00"/>
              </a:solidFill>
              <a:effectLst/>
              <a:latin typeface="JetBrains Mono"/>
            </a:endParaRPr>
          </a:p>
          <a:p>
            <a:r>
              <a:rPr lang="it-IT" sz="1200" i="1" dirty="0">
                <a:solidFill>
                  <a:schemeClr val="bg1"/>
                </a:solidFill>
              </a:rPr>
              <a:t>Cauta un cuvant in text si il inlocuieste cu altul specificat.</a:t>
            </a:r>
            <a:br>
              <a:rPr lang="it-IT" sz="1200" i="1" dirty="0">
                <a:solidFill>
                  <a:schemeClr val="bg1"/>
                </a:solidFill>
              </a:rPr>
            </a:br>
            <a:r>
              <a:rPr lang="it-IT" sz="1200" i="1" dirty="0">
                <a:solidFill>
                  <a:schemeClr val="bg1"/>
                </a:solidFill>
              </a:rPr>
              <a:t>Aceasta modifica variabila globala 'text_curent'.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buNone/>
            </a:pPr>
            <a:endParaRPr lang="en-GB" b="1" dirty="0">
              <a:solidFill>
                <a:srgbClr val="FFFF00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401309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094310E-FF96-4BC3-9BD0-C856081FB5E4}"/>
              </a:ext>
            </a:extLst>
          </p:cNvPr>
          <p:cNvSpPr txBox="1"/>
          <p:nvPr/>
        </p:nvSpPr>
        <p:spPr>
          <a:xfrm>
            <a:off x="648476" y="993939"/>
            <a:ext cx="555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altLang="ko-KR" b="1" i="1" u="sng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1. Functia care caută cuvintele după un prefix dat </a:t>
            </a:r>
            <a:endParaRPr lang="en-US" altLang="ko-KR" b="1" i="1" u="sng" dirty="0">
              <a:solidFill>
                <a:schemeClr val="accent1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8EBF5-39C6-AFC3-A129-CB73260C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776" y="531845"/>
            <a:ext cx="5623249" cy="4469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13F733-7573-A531-88D2-493E8A6BB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776" y="5001210"/>
            <a:ext cx="5623249" cy="13249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BE8E6F-EA1A-5E3D-D2DC-E4FAECF98A4B}"/>
              </a:ext>
            </a:extLst>
          </p:cNvPr>
          <p:cNvSpPr txBox="1"/>
          <p:nvPr/>
        </p:nvSpPr>
        <p:spPr>
          <a:xfrm>
            <a:off x="752668" y="1612365"/>
            <a:ext cx="55517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u="sng" dirty="0">
                <a:solidFill>
                  <a:srgbClr val="00B050"/>
                </a:solidFill>
              </a:rPr>
              <a:t>Explicarea codului </a:t>
            </a:r>
          </a:p>
          <a:p>
            <a:endParaRPr lang="ro-RO" sz="1200" dirty="0">
              <a:solidFill>
                <a:srgbClr val="C00000"/>
              </a:solidFill>
            </a:endParaRPr>
          </a:p>
          <a:p>
            <a:r>
              <a:rPr lang="en-GB" sz="1200" dirty="0">
                <a:solidFill>
                  <a:srgbClr val="C00000"/>
                </a:solidFill>
              </a:rPr>
              <a:t>global </a:t>
            </a:r>
            <a:r>
              <a:rPr lang="en-GB" sz="1200" dirty="0" err="1">
                <a:solidFill>
                  <a:srgbClr val="C00000"/>
                </a:solidFill>
              </a:rPr>
              <a:t>text_curent</a:t>
            </a:r>
            <a:endParaRPr lang="en-GB" sz="1200" dirty="0">
              <a:solidFill>
                <a:srgbClr val="C00000"/>
              </a:solidFill>
            </a:endParaRPr>
          </a:p>
          <a:p>
            <a:r>
              <a:rPr lang="en-GB" sz="1200" dirty="0">
                <a:solidFill>
                  <a:srgbClr val="C00000"/>
                </a:solidFill>
              </a:rPr>
              <a:t>if </a:t>
            </a:r>
            <a:r>
              <a:rPr lang="en-GB" sz="1200" dirty="0" err="1">
                <a:solidFill>
                  <a:srgbClr val="C00000"/>
                </a:solidFill>
              </a:rPr>
              <a:t>len</a:t>
            </a:r>
            <a:r>
              <a:rPr lang="en-GB" sz="1200" dirty="0">
                <a:solidFill>
                  <a:srgbClr val="C00000"/>
                </a:solidFill>
              </a:rPr>
              <a:t>(</a:t>
            </a:r>
            <a:r>
              <a:rPr lang="en-GB" sz="1200" dirty="0" err="1">
                <a:solidFill>
                  <a:srgbClr val="C00000"/>
                </a:solidFill>
              </a:rPr>
              <a:t>text_curent</a:t>
            </a:r>
            <a:r>
              <a:rPr lang="en-GB" sz="1200" dirty="0">
                <a:solidFill>
                  <a:srgbClr val="C00000"/>
                </a:solidFill>
              </a:rPr>
              <a:t>) == 0:</a:t>
            </a:r>
          </a:p>
          <a:p>
            <a:r>
              <a:rPr lang="en-GB" sz="1200" dirty="0">
                <a:solidFill>
                  <a:srgbClr val="C00000"/>
                </a:solidFill>
              </a:rPr>
              <a:t>    print("\n[!] Nu </a:t>
            </a:r>
            <a:r>
              <a:rPr lang="en-GB" sz="1200" dirty="0" err="1">
                <a:solidFill>
                  <a:srgbClr val="C00000"/>
                </a:solidFill>
              </a:rPr>
              <a:t>exista</a:t>
            </a:r>
            <a:r>
              <a:rPr lang="en-GB" sz="1200" dirty="0">
                <a:solidFill>
                  <a:srgbClr val="C00000"/>
                </a:solidFill>
              </a:rPr>
              <a:t> text </a:t>
            </a:r>
            <a:r>
              <a:rPr lang="en-GB" sz="1200" dirty="0" err="1">
                <a:solidFill>
                  <a:srgbClr val="C00000"/>
                </a:solidFill>
              </a:rPr>
              <a:t>incarcat</a:t>
            </a:r>
            <a:r>
              <a:rPr lang="en-GB" sz="1200" dirty="0">
                <a:solidFill>
                  <a:srgbClr val="C00000"/>
                </a:solidFill>
              </a:rPr>
              <a:t>!")</a:t>
            </a:r>
          </a:p>
          <a:p>
            <a:r>
              <a:rPr lang="en-GB" sz="1200" dirty="0">
                <a:solidFill>
                  <a:srgbClr val="C00000"/>
                </a:solidFill>
              </a:rPr>
              <a:t>    return</a:t>
            </a:r>
            <a:endParaRPr lang="ro-RO" sz="12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/>
              <a:t>global </a:t>
            </a:r>
            <a:r>
              <a:rPr lang="en-GB" sz="1200" b="1" dirty="0" err="1"/>
              <a:t>text_curent</a:t>
            </a:r>
            <a:r>
              <a:rPr lang="en-GB" sz="1200" dirty="0"/>
              <a:t>: </a:t>
            </a:r>
            <a:r>
              <a:rPr lang="en-GB" sz="1200" dirty="0" err="1"/>
              <a:t>Funcția</a:t>
            </a:r>
            <a:r>
              <a:rPr lang="en-GB" sz="1200" dirty="0"/>
              <a:t> </a:t>
            </a:r>
            <a:r>
              <a:rPr lang="en-GB" sz="1200" dirty="0" err="1"/>
              <a:t>anunță</a:t>
            </a:r>
            <a:r>
              <a:rPr lang="en-GB" sz="1200" dirty="0"/>
              <a:t> </a:t>
            </a:r>
            <a:r>
              <a:rPr lang="en-GB" sz="1200" dirty="0" err="1"/>
              <a:t>că</a:t>
            </a:r>
            <a:r>
              <a:rPr lang="en-GB" sz="1200" dirty="0"/>
              <a:t> </a:t>
            </a:r>
            <a:r>
              <a:rPr lang="en-GB" sz="1200" dirty="0" err="1"/>
              <a:t>va</a:t>
            </a:r>
            <a:r>
              <a:rPr lang="en-GB" sz="1200" dirty="0"/>
              <a:t> </a:t>
            </a:r>
            <a:r>
              <a:rPr lang="en-GB" sz="1200" dirty="0" err="1"/>
              <a:t>folosi</a:t>
            </a:r>
            <a:r>
              <a:rPr lang="en-GB" sz="1200" dirty="0"/>
              <a:t> </a:t>
            </a:r>
            <a:r>
              <a:rPr lang="en-GB" sz="1200" dirty="0" err="1"/>
              <a:t>variabila</a:t>
            </a:r>
            <a:r>
              <a:rPr lang="en-GB" sz="1200" dirty="0"/>
              <a:t> </a:t>
            </a:r>
            <a:r>
              <a:rPr lang="en-GB" sz="1200" dirty="0" err="1"/>
              <a:t>text_curent</a:t>
            </a:r>
            <a:r>
              <a:rPr lang="en-GB" sz="1200" dirty="0"/>
              <a:t> care </a:t>
            </a:r>
            <a:r>
              <a:rPr lang="en-GB" sz="1200" dirty="0" err="1"/>
              <a:t>este</a:t>
            </a:r>
            <a:r>
              <a:rPr lang="en-GB" sz="1200" dirty="0"/>
              <a:t> </a:t>
            </a:r>
            <a:r>
              <a:rPr lang="en-GB" sz="1200" dirty="0" err="1"/>
              <a:t>definită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afara </a:t>
            </a:r>
            <a:r>
              <a:rPr lang="en-GB" sz="1200" dirty="0" err="1"/>
              <a:t>ei</a:t>
            </a:r>
            <a:r>
              <a:rPr lang="en-GB" sz="1200" dirty="0"/>
              <a:t> (</a:t>
            </a:r>
            <a:r>
              <a:rPr lang="en-GB" sz="1200" dirty="0" err="1"/>
              <a:t>textul</a:t>
            </a:r>
            <a:r>
              <a:rPr lang="en-GB" sz="1200" dirty="0"/>
              <a:t> principal al </a:t>
            </a:r>
            <a:r>
              <a:rPr lang="en-GB" sz="1200" dirty="0" err="1"/>
              <a:t>programului</a:t>
            </a:r>
            <a:r>
              <a:rPr lang="en-GB" sz="1200" dirty="0"/>
              <a:t>).</a:t>
            </a:r>
            <a:endParaRPr lang="ro-RO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/>
              <a:t>(if)</a:t>
            </a:r>
            <a:r>
              <a:rPr lang="en-GB" sz="1200" dirty="0"/>
              <a:t>: </a:t>
            </a:r>
            <a:r>
              <a:rPr lang="en-GB" sz="1200" dirty="0" err="1"/>
              <a:t>Verifică</a:t>
            </a:r>
            <a:r>
              <a:rPr lang="en-GB" sz="1200" dirty="0"/>
              <a:t> </a:t>
            </a:r>
            <a:r>
              <a:rPr lang="en-GB" sz="1200" dirty="0" err="1"/>
              <a:t>dacă</a:t>
            </a:r>
            <a:r>
              <a:rPr lang="en-GB" sz="1200" dirty="0"/>
              <a:t> </a:t>
            </a:r>
            <a:r>
              <a:rPr lang="en-GB" sz="1200" dirty="0" err="1"/>
              <a:t>există</a:t>
            </a:r>
            <a:r>
              <a:rPr lang="en-GB" sz="1200" dirty="0"/>
              <a:t> text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memorie</a:t>
            </a:r>
            <a:r>
              <a:rPr lang="en-GB" sz="1200" dirty="0"/>
              <a:t>. </a:t>
            </a:r>
            <a:r>
              <a:rPr lang="en-GB" sz="1200" dirty="0" err="1"/>
              <a:t>Dacă</a:t>
            </a:r>
            <a:r>
              <a:rPr lang="en-GB" sz="1200" dirty="0"/>
              <a:t> </a:t>
            </a:r>
            <a:r>
              <a:rPr lang="en-GB" sz="1200" dirty="0" err="1"/>
              <a:t>lungimea</a:t>
            </a:r>
            <a:r>
              <a:rPr lang="en-GB" sz="1200" dirty="0"/>
              <a:t> </a:t>
            </a:r>
            <a:r>
              <a:rPr lang="en-GB" sz="1200" dirty="0" err="1"/>
              <a:t>textului</a:t>
            </a:r>
            <a:r>
              <a:rPr lang="en-GB" sz="1200" dirty="0"/>
              <a:t> </a:t>
            </a:r>
            <a:r>
              <a:rPr lang="en-GB" sz="1200" dirty="0" err="1"/>
              <a:t>este</a:t>
            </a:r>
            <a:r>
              <a:rPr lang="en-GB" sz="1200" dirty="0"/>
              <a:t> 0, </a:t>
            </a:r>
            <a:r>
              <a:rPr lang="en-GB" sz="1200" dirty="0" err="1"/>
              <a:t>afișează</a:t>
            </a:r>
            <a:r>
              <a:rPr lang="en-GB" sz="1200" dirty="0"/>
              <a:t> un </a:t>
            </a:r>
            <a:r>
              <a:rPr lang="en-GB" sz="1200" dirty="0" err="1"/>
              <a:t>mesaj</a:t>
            </a:r>
            <a:r>
              <a:rPr lang="en-GB" sz="1200" dirty="0"/>
              <a:t> de </a:t>
            </a:r>
            <a:r>
              <a:rPr lang="en-GB" sz="1200" dirty="0" err="1"/>
              <a:t>eroare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oprește</a:t>
            </a:r>
            <a:r>
              <a:rPr lang="en-GB" sz="1200" dirty="0"/>
              <a:t> </a:t>
            </a:r>
            <a:r>
              <a:rPr lang="en-GB" sz="1200" dirty="0" err="1"/>
              <a:t>execuția</a:t>
            </a:r>
            <a:r>
              <a:rPr lang="en-GB" sz="1200" dirty="0"/>
              <a:t> </a:t>
            </a:r>
            <a:r>
              <a:rPr lang="en-GB" sz="1200" dirty="0" err="1"/>
              <a:t>funcției</a:t>
            </a:r>
            <a:r>
              <a:rPr lang="en-GB" sz="1200" dirty="0"/>
              <a:t> </a:t>
            </a:r>
            <a:r>
              <a:rPr lang="ro-RO" sz="1200" dirty="0"/>
              <a:t>.</a:t>
            </a:r>
          </a:p>
          <a:p>
            <a:r>
              <a:rPr lang="ro-RO" sz="1200" dirty="0">
                <a:solidFill>
                  <a:srgbClr val="C00000"/>
                </a:solidFill>
              </a:rPr>
              <a:t>cuvinte = extrage_cuvinte(text_curent)</a:t>
            </a:r>
          </a:p>
          <a:p>
            <a:r>
              <a:rPr lang="ro-RO" sz="1200" dirty="0">
                <a:solidFill>
                  <a:srgbClr val="C00000"/>
                </a:solidFill>
              </a:rPr>
              <a:t>prefix = input("\nIntroduceti inceputul cuvantului (prefix): ").lower()  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D657280E-7740-7E69-5D42-DC737335E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188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C8779585-036A-CFD1-5AF9-E277CF60B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668" y="3920689"/>
            <a:ext cx="534333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extrage_cuvinte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(...)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Apelează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funcție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ajutătoare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transformă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într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curată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fără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punctuație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input(...)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utilizatorului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scrie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prefixul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exemplu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"pro").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.lower()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Transformă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scris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utilizatorul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litere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mici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Acest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lucru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crucial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pentru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programul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găsească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Programare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programare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o-RO" altLang="en-US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6EA7F4-FA49-4A07-4D2C-DF116F8BE299}"/>
              </a:ext>
            </a:extLst>
          </p:cNvPr>
          <p:cNvSpPr txBox="1"/>
          <p:nvPr/>
        </p:nvSpPr>
        <p:spPr>
          <a:xfrm>
            <a:off x="752668" y="606345"/>
            <a:ext cx="4516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/>
              <a:t>(codul este notat cu rosu ,iar explicatiile cu negru) 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799171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CF551C-02A4-4FFA-A5FF-15C7ABEE3842}"/>
              </a:ext>
            </a:extLst>
          </p:cNvPr>
          <p:cNvSpPr txBox="1"/>
          <p:nvPr/>
        </p:nvSpPr>
        <p:spPr>
          <a:xfrm>
            <a:off x="326571" y="326571"/>
            <a:ext cx="115419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>
                <a:solidFill>
                  <a:srgbClr val="FF0000"/>
                </a:solidFill>
              </a:rPr>
              <a:t>cuvinte_gasite = [] </a:t>
            </a:r>
          </a:p>
          <a:p>
            <a:r>
              <a:rPr lang="ro-RO" sz="1200" dirty="0">
                <a:solidFill>
                  <a:srgbClr val="FF0000"/>
                </a:solidFill>
              </a:rPr>
              <a:t>i = 0</a:t>
            </a:r>
          </a:p>
          <a:p>
            <a:r>
              <a:rPr lang="ro-RO" sz="1200" dirty="0">
                <a:solidFill>
                  <a:srgbClr val="FF0000"/>
                </a:solidFill>
              </a:rPr>
              <a:t>while i &lt; len(cuvinte):</a:t>
            </a:r>
          </a:p>
          <a:p>
            <a:r>
              <a:rPr lang="ro-RO" sz="1200" dirty="0">
                <a:solidFill>
                  <a:srgbClr val="FF0000"/>
                </a:solidFill>
              </a:rPr>
              <a:t>    # Verificam prefixul</a:t>
            </a:r>
          </a:p>
          <a:p>
            <a:r>
              <a:rPr lang="ro-RO" sz="1200" dirty="0">
                <a:solidFill>
                  <a:srgbClr val="FF0000"/>
                </a:solidFill>
              </a:rPr>
              <a:t>    if cuvinte[i].startswith(prefix):</a:t>
            </a:r>
          </a:p>
          <a:p>
            <a:r>
              <a:rPr lang="ro-RO" sz="1200" dirty="0">
                <a:solidFill>
                  <a:srgbClr val="FF0000"/>
                </a:solidFill>
              </a:rPr>
              <a:t>        # Evitam duplicatele</a:t>
            </a:r>
          </a:p>
          <a:p>
            <a:r>
              <a:rPr lang="ro-RO" sz="1200" dirty="0">
                <a:solidFill>
                  <a:srgbClr val="FF0000"/>
                </a:solidFill>
              </a:rPr>
              <a:t>        if cuvinte[i] not in cuvinte_gasite:</a:t>
            </a:r>
          </a:p>
          <a:p>
            <a:r>
              <a:rPr lang="ro-RO" sz="1200" dirty="0">
                <a:solidFill>
                  <a:srgbClr val="FF0000"/>
                </a:solidFill>
              </a:rPr>
              <a:t>            cuvinte_gasite.append(cuvinte[i])</a:t>
            </a:r>
          </a:p>
          <a:p>
            <a:r>
              <a:rPr lang="ro-RO" sz="1200" dirty="0">
                <a:solidFill>
                  <a:srgbClr val="FF0000"/>
                </a:solidFill>
              </a:rPr>
              <a:t>    i +=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F362A-BBBA-5211-3045-C7AE806C42E2}"/>
              </a:ext>
            </a:extLst>
          </p:cNvPr>
          <p:cNvSpPr txBox="1"/>
          <p:nvPr/>
        </p:nvSpPr>
        <p:spPr>
          <a:xfrm>
            <a:off x="325016" y="2080897"/>
            <a:ext cx="11541967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cuvinte_gasite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[]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Creăm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goală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pune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rezultatele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cuvinte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Parcurgem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câte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folosind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index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cuvinte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].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startswith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(prefix)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Aceasta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ro-RO" altLang="en-US" sz="1200" dirty="0"/>
              <a:t>care v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erifică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cuvântul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curent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începe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literele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introduse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(ex: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programare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începe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 "pro").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cuvinte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 not in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cuvinte_gasite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Aceasta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optimizare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conține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cuvântul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programare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 de 5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vrem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afișăm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singură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nu 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deja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noastră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rezultate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adăugăm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 funcția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append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print(f"\n=== CUVINTE CARE INCEP CU '{prefix}' ===")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if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len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cuvinte_gasite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) == 0: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print("Nu s-au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gasit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cuvinte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.")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else: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k = 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while k &lt;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len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cuvinte_gasite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    print(f"- {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cuvinte_gasite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[k]}")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    k += 1</a:t>
            </a:r>
            <a:endParaRPr lang="ro-RO" altLang="en-US" sz="1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o-RO" altLang="en-US" sz="1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200" dirty="0" err="1"/>
              <a:t>Verifică</a:t>
            </a:r>
            <a:r>
              <a:rPr lang="en-GB" sz="1200" dirty="0"/>
              <a:t> </a:t>
            </a:r>
            <a:r>
              <a:rPr lang="en-GB" sz="1200" dirty="0" err="1"/>
              <a:t>dacă</a:t>
            </a:r>
            <a:r>
              <a:rPr lang="en-GB" sz="1200" dirty="0"/>
              <a:t> </a:t>
            </a:r>
            <a:r>
              <a:rPr lang="en-GB" sz="1200" dirty="0" err="1"/>
              <a:t>lista</a:t>
            </a:r>
            <a:r>
              <a:rPr lang="en-GB" sz="1200" dirty="0"/>
              <a:t> </a:t>
            </a:r>
            <a:r>
              <a:rPr lang="en-GB" sz="1200" dirty="0" err="1"/>
              <a:t>cuvinte_gasite</a:t>
            </a:r>
            <a:r>
              <a:rPr lang="en-GB" sz="1200" dirty="0"/>
              <a:t> </a:t>
            </a:r>
            <a:r>
              <a:rPr lang="ro-RO" sz="1200" dirty="0"/>
              <a:t>a</a:t>
            </a:r>
            <a:r>
              <a:rPr lang="en-GB" sz="1200" dirty="0"/>
              <a:t> </a:t>
            </a:r>
            <a:r>
              <a:rPr lang="en-GB" sz="1200" dirty="0" err="1"/>
              <a:t>rămas</a:t>
            </a:r>
            <a:r>
              <a:rPr lang="en-GB" sz="1200" dirty="0"/>
              <a:t> </a:t>
            </a:r>
            <a:r>
              <a:rPr lang="en-GB" sz="1200" dirty="0" err="1"/>
              <a:t>goală</a:t>
            </a:r>
            <a:r>
              <a:rPr lang="en-GB" sz="1200" dirty="0"/>
              <a:t>. </a:t>
            </a:r>
            <a:r>
              <a:rPr lang="en-GB" sz="1200" dirty="0" err="1"/>
              <a:t>Dacă</a:t>
            </a:r>
            <a:r>
              <a:rPr lang="en-GB" sz="1200" dirty="0"/>
              <a:t> da, </a:t>
            </a:r>
            <a:r>
              <a:rPr lang="en-GB" sz="1200" dirty="0" err="1"/>
              <a:t>anunță</a:t>
            </a:r>
            <a:r>
              <a:rPr lang="en-GB" sz="1200" dirty="0"/>
              <a:t> </a:t>
            </a:r>
            <a:r>
              <a:rPr lang="en-GB" sz="1200" dirty="0" err="1"/>
              <a:t>utilizatorul</a:t>
            </a:r>
            <a:r>
              <a:rPr lang="en-GB" sz="1200" dirty="0"/>
              <a:t>.</a:t>
            </a:r>
            <a:endParaRPr lang="ro-RO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200" dirty="0" err="1"/>
              <a:t>Dacă</a:t>
            </a:r>
            <a:r>
              <a:rPr lang="en-GB" sz="1200" dirty="0"/>
              <a:t> a </a:t>
            </a:r>
            <a:r>
              <a:rPr lang="en-GB" sz="1200" dirty="0" err="1"/>
              <a:t>găsit</a:t>
            </a:r>
            <a:r>
              <a:rPr lang="en-GB" sz="1200" dirty="0"/>
              <a:t> </a:t>
            </a:r>
            <a:r>
              <a:rPr lang="en-GB" sz="1200" dirty="0" err="1"/>
              <a:t>cuvinte</a:t>
            </a:r>
            <a:r>
              <a:rPr lang="en-GB" sz="1200" dirty="0"/>
              <a:t>, </a:t>
            </a:r>
            <a:r>
              <a:rPr lang="en-GB" sz="1200" dirty="0" err="1"/>
              <a:t>folosește</a:t>
            </a:r>
            <a:r>
              <a:rPr lang="en-GB" sz="1200" dirty="0"/>
              <a:t> o </a:t>
            </a:r>
            <a:r>
              <a:rPr lang="en-GB" sz="1200" dirty="0" err="1"/>
              <a:t>altă</a:t>
            </a:r>
            <a:r>
              <a:rPr lang="en-GB" sz="1200" dirty="0"/>
              <a:t> </a:t>
            </a:r>
            <a:r>
              <a:rPr lang="en-GB" sz="1200" dirty="0" err="1"/>
              <a:t>buclă</a:t>
            </a:r>
            <a:r>
              <a:rPr lang="en-GB" sz="1200" dirty="0"/>
              <a:t> while (cu </a:t>
            </a:r>
            <a:r>
              <a:rPr lang="en-GB" sz="1200" dirty="0" err="1"/>
              <a:t>contorul</a:t>
            </a:r>
            <a:r>
              <a:rPr lang="en-GB" sz="1200" dirty="0"/>
              <a:t> k) </a:t>
            </a:r>
            <a:r>
              <a:rPr lang="en-GB" sz="1200" dirty="0" err="1"/>
              <a:t>pentru</a:t>
            </a:r>
            <a:r>
              <a:rPr lang="en-GB" sz="1200" dirty="0"/>
              <a:t> a </a:t>
            </a:r>
            <a:r>
              <a:rPr lang="en-GB" sz="1200" dirty="0" err="1"/>
              <a:t>afișa</a:t>
            </a:r>
            <a:r>
              <a:rPr lang="en-GB" sz="1200" dirty="0"/>
              <a:t> </a:t>
            </a:r>
            <a:r>
              <a:rPr lang="en-GB" sz="1200" dirty="0" err="1"/>
              <a:t>fiecare</a:t>
            </a:r>
            <a:r>
              <a:rPr lang="en-GB" sz="1200" dirty="0"/>
              <a:t> </a:t>
            </a:r>
            <a:r>
              <a:rPr lang="en-GB" sz="1200" dirty="0" err="1"/>
              <a:t>cuvânt</a:t>
            </a:r>
            <a:r>
              <a:rPr lang="en-GB" sz="1200" dirty="0"/>
              <a:t> </a:t>
            </a:r>
            <a:r>
              <a:rPr lang="en-GB" sz="1200" dirty="0" err="1"/>
              <a:t>găsit</a:t>
            </a:r>
            <a:r>
              <a:rPr lang="en-GB" sz="1200" dirty="0"/>
              <a:t>, </a:t>
            </a:r>
            <a:r>
              <a:rPr lang="en-GB" sz="1200" dirty="0" err="1"/>
              <a:t>unul</a:t>
            </a:r>
            <a:r>
              <a:rPr lang="en-GB" sz="1200" dirty="0"/>
              <a:t> sub </a:t>
            </a:r>
            <a:r>
              <a:rPr lang="en-GB" sz="1200" dirty="0" err="1"/>
              <a:t>altul</a:t>
            </a:r>
            <a:r>
              <a:rPr lang="en-GB" sz="1200" dirty="0"/>
              <a:t>, cu o </a:t>
            </a:r>
            <a:r>
              <a:rPr lang="en-GB" sz="1200" dirty="0" err="1"/>
              <a:t>liniuță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față</a:t>
            </a:r>
            <a:r>
              <a:rPr lang="en-GB" sz="1200" dirty="0"/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307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6F3773-6354-92B6-CF95-03A385F5FAB2}"/>
              </a:ext>
            </a:extLst>
          </p:cNvPr>
          <p:cNvSpPr txBox="1"/>
          <p:nvPr/>
        </p:nvSpPr>
        <p:spPr>
          <a:xfrm>
            <a:off x="625151" y="681135"/>
            <a:ext cx="631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u="sng" dirty="0">
                <a:solidFill>
                  <a:schemeClr val="accent1">
                    <a:lumMod val="75000"/>
                  </a:schemeClr>
                </a:solidFill>
              </a:rPr>
              <a:t>2. Funcția care analixeaza diversitatea lexicală </a:t>
            </a:r>
            <a:endParaRPr lang="en-GB" b="1" i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933CD-0A03-953C-7C7D-34E96A2B34CD}"/>
              </a:ext>
            </a:extLst>
          </p:cNvPr>
          <p:cNvSpPr txBox="1"/>
          <p:nvPr/>
        </p:nvSpPr>
        <p:spPr>
          <a:xfrm>
            <a:off x="625151" y="1147665"/>
            <a:ext cx="56636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u="sng" dirty="0">
                <a:solidFill>
                  <a:srgbClr val="00B050"/>
                </a:solidFill>
              </a:rPr>
              <a:t>Explicarea codului </a:t>
            </a:r>
            <a:endParaRPr lang="ro-RO" sz="1200" dirty="0">
              <a:solidFill>
                <a:srgbClr val="FF0000"/>
              </a:solidFill>
            </a:endParaRPr>
          </a:p>
          <a:p>
            <a:r>
              <a:rPr lang="ro-RO" sz="1200" dirty="0">
                <a:solidFill>
                  <a:srgbClr val="FF0000"/>
                </a:solidFill>
              </a:rPr>
              <a:t>global text_curent</a:t>
            </a:r>
          </a:p>
          <a:p>
            <a:r>
              <a:rPr lang="ro-RO" sz="1200" dirty="0">
                <a:solidFill>
                  <a:srgbClr val="FF0000"/>
                </a:solidFill>
              </a:rPr>
              <a:t>if len(text_curent) == 0:</a:t>
            </a:r>
          </a:p>
          <a:p>
            <a:r>
              <a:rPr lang="ro-RO" sz="1200" dirty="0">
                <a:solidFill>
                  <a:srgbClr val="FF0000"/>
                </a:solidFill>
              </a:rPr>
              <a:t>    # ... eroare ...</a:t>
            </a:r>
          </a:p>
          <a:p>
            <a:r>
              <a:rPr lang="ro-RO" sz="1200" dirty="0">
                <a:solidFill>
                  <a:srgbClr val="FF0000"/>
                </a:solidFill>
              </a:rPr>
              <a:t>    return</a:t>
            </a:r>
          </a:p>
          <a:p>
            <a:r>
              <a:rPr lang="ro-RO" sz="1200" dirty="0">
                <a:solidFill>
                  <a:srgbClr val="FF0000"/>
                </a:solidFill>
              </a:rPr>
              <a:t>cuvinte = extrage_cuvinte(text_curent)</a:t>
            </a:r>
          </a:p>
          <a:p>
            <a:r>
              <a:rPr lang="ro-RO" sz="1200" dirty="0">
                <a:solidFill>
                  <a:srgbClr val="FF0000"/>
                </a:solidFill>
              </a:rPr>
              <a:t>total_cuvinte = len(cuvinte)</a:t>
            </a:r>
          </a:p>
          <a:p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EC009-D306-5AFC-A0FC-6BB50DAE7ED1}"/>
              </a:ext>
            </a:extLst>
          </p:cNvPr>
          <p:cNvSpPr txBox="1"/>
          <p:nvPr/>
        </p:nvSpPr>
        <p:spPr>
          <a:xfrm>
            <a:off x="625151" y="2437380"/>
            <a:ext cx="63168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Acces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date: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încărcat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global.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Curățare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Transformă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într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listă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fără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punctuație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folosind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funcția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extrage_cuvinte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Totalul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Calculează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câte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sunt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în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total 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Acesta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fi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numitorul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fracției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noastre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lang="ro-RO" sz="1200" dirty="0"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 err="1">
                <a:solidFill>
                  <a:srgbClr val="FF0000"/>
                </a:solidFill>
              </a:rPr>
              <a:t>cuvinte_unice</a:t>
            </a:r>
            <a:r>
              <a:rPr lang="en-GB" sz="1200" dirty="0">
                <a:solidFill>
                  <a:srgbClr val="FF0000"/>
                </a:solidFill>
              </a:rPr>
              <a:t> = []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 err="1">
                <a:solidFill>
                  <a:srgbClr val="FF0000"/>
                </a:solidFill>
              </a:rPr>
              <a:t>i</a:t>
            </a:r>
            <a:r>
              <a:rPr lang="en-GB" sz="1200" dirty="0">
                <a:solidFill>
                  <a:srgbClr val="FF0000"/>
                </a:solidFill>
              </a:rPr>
              <a:t> = 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while </a:t>
            </a:r>
            <a:r>
              <a:rPr lang="en-GB" sz="1200" dirty="0" err="1">
                <a:solidFill>
                  <a:srgbClr val="FF0000"/>
                </a:solidFill>
              </a:rPr>
              <a:t>i</a:t>
            </a:r>
            <a:r>
              <a:rPr lang="en-GB" sz="1200" dirty="0">
                <a:solidFill>
                  <a:srgbClr val="FF0000"/>
                </a:solidFill>
              </a:rPr>
              <a:t> &lt; </a:t>
            </a:r>
            <a:r>
              <a:rPr lang="en-GB" sz="1200" dirty="0" err="1">
                <a:solidFill>
                  <a:srgbClr val="FF0000"/>
                </a:solidFill>
              </a:rPr>
              <a:t>total_cuvinte</a:t>
            </a:r>
            <a:r>
              <a:rPr lang="en-GB" sz="1200" dirty="0">
                <a:solidFill>
                  <a:srgbClr val="FF0000"/>
                </a:solidFill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</a:t>
            </a:r>
            <a:r>
              <a:rPr lang="en-GB" sz="1200" dirty="0" err="1">
                <a:solidFill>
                  <a:srgbClr val="FF0000"/>
                </a:solidFill>
              </a:rPr>
              <a:t>cuvant</a:t>
            </a:r>
            <a:r>
              <a:rPr lang="en-GB" sz="1200" dirty="0">
                <a:solidFill>
                  <a:srgbClr val="FF0000"/>
                </a:solidFill>
              </a:rPr>
              <a:t> = </a:t>
            </a:r>
            <a:r>
              <a:rPr lang="en-GB" sz="1200" dirty="0" err="1">
                <a:solidFill>
                  <a:srgbClr val="FF0000"/>
                </a:solidFill>
              </a:rPr>
              <a:t>cuvinte</a:t>
            </a:r>
            <a:r>
              <a:rPr lang="en-GB" sz="1200" dirty="0">
                <a:solidFill>
                  <a:srgbClr val="FF0000"/>
                </a:solidFill>
              </a:rPr>
              <a:t>[</a:t>
            </a:r>
            <a:r>
              <a:rPr lang="en-GB" sz="1200" dirty="0" err="1">
                <a:solidFill>
                  <a:srgbClr val="FF0000"/>
                </a:solidFill>
              </a:rPr>
              <a:t>i</a:t>
            </a:r>
            <a:r>
              <a:rPr lang="en-GB" sz="1200" dirty="0">
                <a:solidFill>
                  <a:srgbClr val="FF0000"/>
                </a:solidFill>
              </a:rPr>
              <a:t>] # </a:t>
            </a:r>
            <a:r>
              <a:rPr lang="en-GB" sz="1200" dirty="0" err="1">
                <a:solidFill>
                  <a:srgbClr val="FF0000"/>
                </a:solidFill>
              </a:rPr>
              <a:t>Luăm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cuvântul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curent</a:t>
            </a:r>
            <a:endParaRPr lang="en-GB" sz="1200" dirty="0">
              <a:solidFill>
                <a:srgbClr val="FF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1200" dirty="0">
              <a:solidFill>
                <a:srgbClr val="FF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# </a:t>
            </a:r>
            <a:r>
              <a:rPr lang="en-GB" sz="1200" dirty="0" err="1">
                <a:solidFill>
                  <a:srgbClr val="FF0000"/>
                </a:solidFill>
              </a:rPr>
              <a:t>Verificăm</a:t>
            </a:r>
            <a:r>
              <a:rPr lang="en-GB" sz="1200" dirty="0">
                <a:solidFill>
                  <a:srgbClr val="FF0000"/>
                </a:solidFill>
              </a:rPr>
              <a:t> manual </a:t>
            </a:r>
            <a:r>
              <a:rPr lang="en-GB" sz="1200" dirty="0" err="1">
                <a:solidFill>
                  <a:srgbClr val="FF0000"/>
                </a:solidFill>
              </a:rPr>
              <a:t>dacă</a:t>
            </a:r>
            <a:r>
              <a:rPr lang="en-GB" sz="1200" dirty="0">
                <a:solidFill>
                  <a:srgbClr val="FF0000"/>
                </a:solidFill>
              </a:rPr>
              <a:t> l-am </a:t>
            </a:r>
            <a:r>
              <a:rPr lang="en-GB" sz="1200" dirty="0" err="1">
                <a:solidFill>
                  <a:srgbClr val="FF0000"/>
                </a:solidFill>
              </a:rPr>
              <a:t>mai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văzut</a:t>
            </a:r>
            <a:endParaRPr lang="en-GB" sz="1200" dirty="0">
              <a:solidFill>
                <a:srgbClr val="FF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</a:t>
            </a:r>
            <a:r>
              <a:rPr lang="en-GB" sz="1200" dirty="0" err="1">
                <a:solidFill>
                  <a:srgbClr val="FF0000"/>
                </a:solidFill>
              </a:rPr>
              <a:t>deja_exista</a:t>
            </a:r>
            <a:r>
              <a:rPr lang="en-GB" sz="1200" dirty="0">
                <a:solidFill>
                  <a:srgbClr val="FF0000"/>
                </a:solidFill>
              </a:rPr>
              <a:t> = False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k = 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while k &lt; </a:t>
            </a:r>
            <a:r>
              <a:rPr lang="en-GB" sz="1200" dirty="0" err="1">
                <a:solidFill>
                  <a:srgbClr val="FF0000"/>
                </a:solidFill>
              </a:rPr>
              <a:t>len</a:t>
            </a:r>
            <a:r>
              <a:rPr lang="en-GB" sz="1200" dirty="0">
                <a:solidFill>
                  <a:srgbClr val="FF0000"/>
                </a:solidFill>
              </a:rPr>
              <a:t>(</a:t>
            </a:r>
            <a:r>
              <a:rPr lang="en-GB" sz="1200" dirty="0" err="1">
                <a:solidFill>
                  <a:srgbClr val="FF0000"/>
                </a:solidFill>
              </a:rPr>
              <a:t>cuvinte_unice</a:t>
            </a:r>
            <a:r>
              <a:rPr lang="en-GB" sz="1200" dirty="0">
                <a:solidFill>
                  <a:srgbClr val="FF0000"/>
                </a:solidFill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    if </a:t>
            </a:r>
            <a:r>
              <a:rPr lang="en-GB" sz="1200" dirty="0" err="1">
                <a:solidFill>
                  <a:srgbClr val="FF0000"/>
                </a:solidFill>
              </a:rPr>
              <a:t>cuvinte_unice</a:t>
            </a:r>
            <a:r>
              <a:rPr lang="en-GB" sz="1200" dirty="0">
                <a:solidFill>
                  <a:srgbClr val="FF0000"/>
                </a:solidFill>
              </a:rPr>
              <a:t>[k] == </a:t>
            </a:r>
            <a:r>
              <a:rPr lang="en-GB" sz="1200" dirty="0" err="1">
                <a:solidFill>
                  <a:srgbClr val="FF0000"/>
                </a:solidFill>
              </a:rPr>
              <a:t>cuvant</a:t>
            </a:r>
            <a:r>
              <a:rPr lang="en-GB" sz="1200" dirty="0">
                <a:solidFill>
                  <a:srgbClr val="FF0000"/>
                </a:solidFill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        </a:t>
            </a:r>
            <a:r>
              <a:rPr lang="en-GB" sz="1200" dirty="0" err="1">
                <a:solidFill>
                  <a:srgbClr val="FF0000"/>
                </a:solidFill>
              </a:rPr>
              <a:t>deja_exista</a:t>
            </a:r>
            <a:r>
              <a:rPr lang="en-GB" sz="1200" dirty="0">
                <a:solidFill>
                  <a:srgbClr val="FF0000"/>
                </a:solidFill>
              </a:rPr>
              <a:t> = True # L-am </a:t>
            </a:r>
            <a:r>
              <a:rPr lang="en-GB" sz="1200" dirty="0" err="1">
                <a:solidFill>
                  <a:srgbClr val="FF0000"/>
                </a:solidFill>
              </a:rPr>
              <a:t>găsit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deja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în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lista</a:t>
            </a:r>
            <a:r>
              <a:rPr lang="en-GB" sz="1200" dirty="0">
                <a:solidFill>
                  <a:srgbClr val="FF0000"/>
                </a:solidFill>
              </a:rPr>
              <a:t> de </a:t>
            </a:r>
            <a:r>
              <a:rPr lang="en-GB" sz="1200" dirty="0" err="1">
                <a:solidFill>
                  <a:srgbClr val="FF0000"/>
                </a:solidFill>
              </a:rPr>
              <a:t>unice</a:t>
            </a:r>
            <a:endParaRPr lang="en-GB" sz="1200" dirty="0">
              <a:solidFill>
                <a:srgbClr val="FF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    k += 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1200" dirty="0">
              <a:solidFill>
                <a:srgbClr val="FF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# </a:t>
            </a:r>
            <a:r>
              <a:rPr lang="en-GB" sz="1200" dirty="0" err="1">
                <a:solidFill>
                  <a:srgbClr val="FF0000"/>
                </a:solidFill>
              </a:rPr>
              <a:t>Dacă</a:t>
            </a:r>
            <a:r>
              <a:rPr lang="en-GB" sz="1200" dirty="0">
                <a:solidFill>
                  <a:srgbClr val="FF0000"/>
                </a:solidFill>
              </a:rPr>
              <a:t> e nou, </a:t>
            </a:r>
            <a:r>
              <a:rPr lang="en-GB" sz="1200" dirty="0" err="1">
                <a:solidFill>
                  <a:srgbClr val="FF0000"/>
                </a:solidFill>
              </a:rPr>
              <a:t>îl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adăugăm</a:t>
            </a:r>
            <a:endParaRPr lang="en-GB" sz="1200" dirty="0">
              <a:solidFill>
                <a:srgbClr val="FF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if not </a:t>
            </a:r>
            <a:r>
              <a:rPr lang="en-GB" sz="1200" dirty="0" err="1">
                <a:solidFill>
                  <a:srgbClr val="FF0000"/>
                </a:solidFill>
              </a:rPr>
              <a:t>deja_exista</a:t>
            </a:r>
            <a:r>
              <a:rPr lang="en-GB" sz="1200" dirty="0">
                <a:solidFill>
                  <a:srgbClr val="FF0000"/>
                </a:solidFill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    </a:t>
            </a:r>
            <a:r>
              <a:rPr lang="en-GB" sz="1200" dirty="0" err="1">
                <a:solidFill>
                  <a:srgbClr val="FF0000"/>
                </a:solidFill>
              </a:rPr>
              <a:t>cuvinte_unice.append</a:t>
            </a:r>
            <a:r>
              <a:rPr lang="en-GB" sz="1200" dirty="0">
                <a:solidFill>
                  <a:srgbClr val="FF0000"/>
                </a:solidFill>
              </a:rPr>
              <a:t>(</a:t>
            </a:r>
            <a:r>
              <a:rPr lang="en-GB" sz="1200" dirty="0" err="1">
                <a:solidFill>
                  <a:srgbClr val="FF0000"/>
                </a:solidFill>
              </a:rPr>
              <a:t>cuvant</a:t>
            </a:r>
            <a:r>
              <a:rPr lang="en-GB" sz="1200" dirty="0">
                <a:solidFill>
                  <a:srgbClr val="FF0000"/>
                </a:solidFill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FF0000"/>
                </a:solidFill>
              </a:rPr>
              <a:t>    </a:t>
            </a:r>
            <a:r>
              <a:rPr lang="en-GB" sz="1200" dirty="0" err="1">
                <a:solidFill>
                  <a:srgbClr val="FF0000"/>
                </a:solidFill>
              </a:rPr>
              <a:t>i</a:t>
            </a:r>
            <a:r>
              <a:rPr lang="en-GB" sz="1200" dirty="0">
                <a:solidFill>
                  <a:srgbClr val="FF0000"/>
                </a:solidFill>
              </a:rPr>
              <a:t> += 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8043EE-581C-4B40-1CAA-667AA6590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547500"/>
            <a:ext cx="5987143" cy="57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268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EB1051-E737-8F95-C17E-1D9873834553}"/>
              </a:ext>
            </a:extLst>
          </p:cNvPr>
          <p:cNvSpPr txBox="1"/>
          <p:nvPr/>
        </p:nvSpPr>
        <p:spPr>
          <a:xfrm>
            <a:off x="628262" y="961053"/>
            <a:ext cx="569789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Creează</a:t>
            </a:r>
            <a:r>
              <a:rPr lang="en-GB" sz="1200" dirty="0"/>
              <a:t> o </a:t>
            </a:r>
            <a:r>
              <a:rPr lang="en-GB" sz="1200" dirty="0" err="1"/>
              <a:t>listă</a:t>
            </a:r>
            <a:r>
              <a:rPr lang="en-GB" sz="1200" dirty="0"/>
              <a:t> </a:t>
            </a:r>
            <a:r>
              <a:rPr lang="en-GB" sz="1200" dirty="0" err="1"/>
              <a:t>goală</a:t>
            </a:r>
            <a:r>
              <a:rPr lang="en-GB" sz="1200" dirty="0"/>
              <a:t> </a:t>
            </a:r>
            <a:r>
              <a:rPr lang="en-GB" sz="1200" dirty="0" err="1"/>
              <a:t>cuvinte_unice</a:t>
            </a:r>
            <a:r>
              <a:rPr lang="en-GB" sz="1200" dirty="0"/>
              <a:t>.</a:t>
            </a:r>
          </a:p>
          <a:p>
            <a:pPr lvl="1"/>
            <a:r>
              <a:rPr lang="en-GB" sz="1200" dirty="0" err="1"/>
              <a:t>Ia</a:t>
            </a:r>
            <a:r>
              <a:rPr lang="en-GB" sz="1200" dirty="0"/>
              <a:t> </a:t>
            </a:r>
            <a:r>
              <a:rPr lang="en-GB" sz="1200" dirty="0" err="1"/>
              <a:t>fiecare</a:t>
            </a:r>
            <a:r>
              <a:rPr lang="en-GB" sz="1200" dirty="0"/>
              <a:t> </a:t>
            </a:r>
            <a:r>
              <a:rPr lang="en-GB" sz="1200" dirty="0" err="1"/>
              <a:t>cuvânt</a:t>
            </a:r>
            <a:r>
              <a:rPr lang="en-GB" sz="1200" dirty="0"/>
              <a:t> din </a:t>
            </a:r>
            <a:r>
              <a:rPr lang="en-GB" sz="1200" dirty="0" err="1"/>
              <a:t>textul</a:t>
            </a:r>
            <a:r>
              <a:rPr lang="en-GB" sz="1200" dirty="0"/>
              <a:t> original (</a:t>
            </a:r>
            <a:r>
              <a:rPr lang="en-GB" sz="1200" dirty="0" err="1"/>
              <a:t>bucla</a:t>
            </a:r>
            <a:r>
              <a:rPr lang="en-GB" sz="1200" dirty="0"/>
              <a:t> while </a:t>
            </a:r>
            <a:r>
              <a:rPr lang="en-GB" sz="1200" dirty="0" err="1"/>
              <a:t>i</a:t>
            </a:r>
            <a:r>
              <a:rPr lang="en-GB" sz="12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Pentru</a:t>
            </a:r>
            <a:r>
              <a:rPr lang="en-GB" sz="1200" dirty="0"/>
              <a:t> </a:t>
            </a:r>
            <a:r>
              <a:rPr lang="en-GB" sz="1200" dirty="0" err="1"/>
              <a:t>fiecare</a:t>
            </a:r>
            <a:r>
              <a:rPr lang="en-GB" sz="1200" dirty="0"/>
              <a:t> </a:t>
            </a:r>
            <a:r>
              <a:rPr lang="en-GB" sz="1200" dirty="0" err="1"/>
              <a:t>cuvânt</a:t>
            </a:r>
            <a:r>
              <a:rPr lang="en-GB" sz="1200" dirty="0"/>
              <a:t>, </a:t>
            </a:r>
            <a:r>
              <a:rPr lang="en-GB" sz="1200" dirty="0" err="1"/>
              <a:t>verifică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lista</a:t>
            </a:r>
            <a:r>
              <a:rPr lang="en-GB" sz="1200" dirty="0"/>
              <a:t> </a:t>
            </a:r>
            <a:r>
              <a:rPr lang="en-GB" sz="1200" dirty="0" err="1"/>
              <a:t>cuvinte_unice</a:t>
            </a:r>
            <a:r>
              <a:rPr lang="en-GB" sz="1200" dirty="0"/>
              <a:t> (</a:t>
            </a:r>
            <a:r>
              <a:rPr lang="en-GB" sz="1200" dirty="0" err="1"/>
              <a:t>bucla</a:t>
            </a:r>
            <a:r>
              <a:rPr lang="en-GB" sz="1200" dirty="0"/>
              <a:t> while k) </a:t>
            </a:r>
            <a:r>
              <a:rPr lang="en-GB" sz="1200" dirty="0" err="1"/>
              <a:t>dacă</a:t>
            </a:r>
            <a:r>
              <a:rPr lang="en-GB" sz="1200" dirty="0"/>
              <a:t> a </a:t>
            </a:r>
            <a:r>
              <a:rPr lang="en-GB" sz="1200" dirty="0" err="1"/>
              <a:t>mai</a:t>
            </a:r>
            <a:r>
              <a:rPr lang="en-GB" sz="1200" dirty="0"/>
              <a:t> </a:t>
            </a:r>
            <a:r>
              <a:rPr lang="en-GB" sz="1200" dirty="0" err="1"/>
              <a:t>fost</a:t>
            </a:r>
            <a:r>
              <a:rPr lang="en-GB" sz="1200" dirty="0"/>
              <a:t> </a:t>
            </a:r>
            <a:r>
              <a:rPr lang="en-GB" sz="1200" dirty="0" err="1"/>
              <a:t>adăugat</a:t>
            </a:r>
            <a:r>
              <a:rPr lang="en-GB" sz="1200" dirty="0"/>
              <a:t> anterior.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Folosește</a:t>
            </a:r>
            <a:r>
              <a:rPr lang="en-GB" sz="1200" dirty="0"/>
              <a:t> o </a:t>
            </a:r>
            <a:r>
              <a:rPr lang="en-GB" sz="1200" dirty="0" err="1"/>
              <a:t>variabilă</a:t>
            </a:r>
            <a:r>
              <a:rPr lang="en-GB" sz="1200" dirty="0"/>
              <a:t> de tip "</a:t>
            </a:r>
            <a:r>
              <a:rPr lang="en-GB" sz="1200" dirty="0" err="1"/>
              <a:t>steag</a:t>
            </a:r>
            <a:r>
              <a:rPr lang="en-GB" sz="1200" dirty="0"/>
              <a:t>" (</a:t>
            </a:r>
            <a:r>
              <a:rPr lang="en-GB" sz="1200" dirty="0" err="1"/>
              <a:t>deja_exista</a:t>
            </a:r>
            <a:r>
              <a:rPr lang="en-GB" sz="1200" dirty="0"/>
              <a:t>). </a:t>
            </a:r>
            <a:r>
              <a:rPr lang="en-GB" sz="1200" dirty="0" err="1"/>
              <a:t>Dacă</a:t>
            </a:r>
            <a:r>
              <a:rPr lang="en-GB" sz="1200" dirty="0"/>
              <a:t> la </a:t>
            </a:r>
            <a:r>
              <a:rPr lang="en-GB" sz="1200" dirty="0" err="1"/>
              <a:t>finalul</a:t>
            </a:r>
            <a:r>
              <a:rPr lang="en-GB" sz="1200" dirty="0"/>
              <a:t> </a:t>
            </a:r>
            <a:r>
              <a:rPr lang="en-GB" sz="1200" dirty="0" err="1"/>
              <a:t>verificării</a:t>
            </a:r>
            <a:r>
              <a:rPr lang="en-GB" sz="1200" dirty="0"/>
              <a:t> </a:t>
            </a:r>
            <a:r>
              <a:rPr lang="en-GB" sz="1200" dirty="0" err="1"/>
              <a:t>steagul</a:t>
            </a:r>
            <a:r>
              <a:rPr lang="en-GB" sz="1200" dirty="0"/>
              <a:t> </a:t>
            </a:r>
            <a:r>
              <a:rPr lang="en-GB" sz="1200" dirty="0" err="1"/>
              <a:t>este</a:t>
            </a:r>
            <a:r>
              <a:rPr lang="en-GB" sz="1200" dirty="0"/>
              <a:t> False, </a:t>
            </a:r>
            <a:r>
              <a:rPr lang="en-GB" sz="1200" dirty="0" err="1"/>
              <a:t>înseamnă</a:t>
            </a:r>
            <a:r>
              <a:rPr lang="en-GB" sz="1200" dirty="0"/>
              <a:t> </a:t>
            </a:r>
            <a:r>
              <a:rPr lang="en-GB" sz="1200" dirty="0" err="1"/>
              <a:t>că</a:t>
            </a:r>
            <a:r>
              <a:rPr lang="en-GB" sz="1200" dirty="0"/>
              <a:t> e un </a:t>
            </a:r>
            <a:r>
              <a:rPr lang="en-GB" sz="1200" dirty="0" err="1"/>
              <a:t>cuvânt</a:t>
            </a:r>
            <a:r>
              <a:rPr lang="en-GB" sz="1200" dirty="0"/>
              <a:t> nou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îl</a:t>
            </a:r>
            <a:r>
              <a:rPr lang="en-GB" sz="1200" dirty="0"/>
              <a:t> </a:t>
            </a:r>
            <a:r>
              <a:rPr lang="en-GB" sz="1200" dirty="0" err="1"/>
              <a:t>adaugă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listă</a:t>
            </a:r>
            <a:r>
              <a:rPr lang="en-GB" sz="1200" dirty="0"/>
              <a:t>.</a:t>
            </a:r>
          </a:p>
          <a:p>
            <a:r>
              <a:rPr lang="en-GB" sz="1200" i="1" dirty="0" err="1"/>
              <a:t>Exemplu</a:t>
            </a:r>
            <a:r>
              <a:rPr lang="en-GB" sz="1200" i="1" dirty="0"/>
              <a:t>:</a:t>
            </a:r>
            <a:r>
              <a:rPr lang="en-GB" sz="1200" dirty="0"/>
              <a:t> </a:t>
            </a:r>
            <a:r>
              <a:rPr lang="en-GB" sz="1200" dirty="0" err="1"/>
              <a:t>Dacă</a:t>
            </a:r>
            <a:r>
              <a:rPr lang="en-GB" sz="1200" dirty="0"/>
              <a:t> </a:t>
            </a:r>
            <a:r>
              <a:rPr lang="en-GB" sz="1200" dirty="0" err="1"/>
              <a:t>textul</a:t>
            </a:r>
            <a:r>
              <a:rPr lang="en-GB" sz="1200" dirty="0"/>
              <a:t> </a:t>
            </a:r>
            <a:r>
              <a:rPr lang="en-GB" sz="1200" dirty="0" err="1"/>
              <a:t>este</a:t>
            </a:r>
            <a:r>
              <a:rPr lang="en-GB" sz="1200" dirty="0"/>
              <a:t> "ana are mere ana", </a:t>
            </a:r>
            <a:r>
              <a:rPr lang="en-GB" sz="1200" dirty="0" err="1"/>
              <a:t>algoritmul</a:t>
            </a:r>
            <a:r>
              <a:rPr lang="en-GB" sz="1200" dirty="0"/>
              <a:t> </a:t>
            </a:r>
            <a:r>
              <a:rPr lang="en-GB" sz="1200" dirty="0" err="1"/>
              <a:t>va</a:t>
            </a:r>
            <a:r>
              <a:rPr lang="en-GB" sz="1200" dirty="0"/>
              <a:t> </a:t>
            </a:r>
            <a:r>
              <a:rPr lang="en-GB" sz="1200" dirty="0" err="1"/>
              <a:t>pune</a:t>
            </a:r>
            <a:r>
              <a:rPr lang="en-GB" sz="1200" dirty="0"/>
              <a:t> "ana" </a:t>
            </a:r>
            <a:r>
              <a:rPr lang="en-GB" sz="1200" dirty="0" err="1"/>
              <a:t>în</a:t>
            </a:r>
            <a:r>
              <a:rPr lang="en-GB" sz="1200" dirty="0"/>
              <a:t> </a:t>
            </a:r>
            <a:r>
              <a:rPr lang="en-GB" sz="1200" dirty="0" err="1"/>
              <a:t>listă</a:t>
            </a:r>
            <a:r>
              <a:rPr lang="en-GB" sz="1200" dirty="0"/>
              <a:t> prima </a:t>
            </a:r>
            <a:r>
              <a:rPr lang="en-GB" sz="1200" dirty="0" err="1"/>
              <a:t>dată</a:t>
            </a:r>
            <a:r>
              <a:rPr lang="en-GB" sz="1200" dirty="0"/>
              <a:t>. A </a:t>
            </a:r>
            <a:r>
              <a:rPr lang="en-GB" sz="1200" dirty="0" err="1"/>
              <a:t>doua</a:t>
            </a:r>
            <a:r>
              <a:rPr lang="en-GB" sz="1200" dirty="0"/>
              <a:t> </a:t>
            </a:r>
            <a:r>
              <a:rPr lang="en-GB" sz="1200" dirty="0" err="1"/>
              <a:t>oară</a:t>
            </a:r>
            <a:r>
              <a:rPr lang="en-GB" sz="1200" dirty="0"/>
              <a:t> </a:t>
            </a:r>
            <a:r>
              <a:rPr lang="en-GB" sz="1200" dirty="0" err="1"/>
              <a:t>când</a:t>
            </a:r>
            <a:r>
              <a:rPr lang="en-GB" sz="1200" dirty="0"/>
              <a:t> </a:t>
            </a:r>
            <a:r>
              <a:rPr lang="en-GB" sz="1200" dirty="0" err="1"/>
              <a:t>întâlnește</a:t>
            </a:r>
            <a:r>
              <a:rPr lang="en-GB" sz="1200" dirty="0"/>
              <a:t> "ana", </a:t>
            </a:r>
            <a:r>
              <a:rPr lang="en-GB" sz="1200" dirty="0" err="1"/>
              <a:t>va</a:t>
            </a:r>
            <a:r>
              <a:rPr lang="en-GB" sz="1200" dirty="0"/>
              <a:t> </a:t>
            </a:r>
            <a:r>
              <a:rPr lang="en-GB" sz="1200" dirty="0" err="1"/>
              <a:t>vedea</a:t>
            </a:r>
            <a:r>
              <a:rPr lang="en-GB" sz="1200" dirty="0"/>
              <a:t> </a:t>
            </a:r>
            <a:r>
              <a:rPr lang="en-GB" sz="1200" dirty="0" err="1"/>
              <a:t>că</a:t>
            </a:r>
            <a:r>
              <a:rPr lang="en-GB" sz="1200" dirty="0"/>
              <a:t> </a:t>
            </a:r>
            <a:r>
              <a:rPr lang="en-GB" sz="1200" dirty="0" err="1"/>
              <a:t>există</a:t>
            </a:r>
            <a:r>
              <a:rPr lang="en-GB" sz="1200" dirty="0"/>
              <a:t> </a:t>
            </a:r>
            <a:r>
              <a:rPr lang="en-GB" sz="1200" dirty="0" err="1"/>
              <a:t>deja</a:t>
            </a:r>
            <a:r>
              <a:rPr lang="en-GB" sz="1200" dirty="0"/>
              <a:t> </a:t>
            </a:r>
            <a:r>
              <a:rPr lang="en-GB" sz="1200" dirty="0" err="1"/>
              <a:t>și</a:t>
            </a:r>
            <a:r>
              <a:rPr lang="en-GB" sz="1200" dirty="0"/>
              <a:t> </a:t>
            </a:r>
            <a:r>
              <a:rPr lang="en-GB" sz="1200" dirty="0" err="1"/>
              <a:t>îl</a:t>
            </a:r>
            <a:r>
              <a:rPr lang="en-GB" sz="1200" dirty="0"/>
              <a:t> </a:t>
            </a:r>
            <a:r>
              <a:rPr lang="en-GB" sz="1200" dirty="0" err="1"/>
              <a:t>va</a:t>
            </a:r>
            <a:r>
              <a:rPr lang="en-GB" sz="1200" dirty="0"/>
              <a:t> </a:t>
            </a:r>
            <a:r>
              <a:rPr lang="en-GB" sz="1200" dirty="0" err="1"/>
              <a:t>ignora</a:t>
            </a:r>
            <a:r>
              <a:rPr lang="en-GB" sz="1200" dirty="0"/>
              <a:t>.</a:t>
            </a:r>
            <a:endParaRPr lang="ro-RO" sz="1200" dirty="0"/>
          </a:p>
          <a:p>
            <a:endParaRPr lang="ro-RO" sz="1200" dirty="0"/>
          </a:p>
          <a:p>
            <a:r>
              <a:rPr lang="en-GB" sz="1200" dirty="0" err="1">
                <a:solidFill>
                  <a:srgbClr val="FF0000"/>
                </a:solidFill>
              </a:rPr>
              <a:t>nr_unice</a:t>
            </a:r>
            <a:r>
              <a:rPr lang="en-GB" sz="1200" dirty="0">
                <a:solidFill>
                  <a:srgbClr val="FF0000"/>
                </a:solidFill>
              </a:rPr>
              <a:t> = </a:t>
            </a:r>
            <a:r>
              <a:rPr lang="en-GB" sz="1200" dirty="0" err="1">
                <a:solidFill>
                  <a:srgbClr val="FF0000"/>
                </a:solidFill>
              </a:rPr>
              <a:t>len</a:t>
            </a:r>
            <a:r>
              <a:rPr lang="en-GB" sz="1200" dirty="0">
                <a:solidFill>
                  <a:srgbClr val="FF0000"/>
                </a:solidFill>
              </a:rPr>
              <a:t>(</a:t>
            </a:r>
            <a:r>
              <a:rPr lang="en-GB" sz="1200" dirty="0" err="1">
                <a:solidFill>
                  <a:srgbClr val="FF0000"/>
                </a:solidFill>
              </a:rPr>
              <a:t>cuvinte_unice</a:t>
            </a:r>
            <a:r>
              <a:rPr lang="en-GB" sz="1200" dirty="0">
                <a:solidFill>
                  <a:srgbClr val="FF0000"/>
                </a:solidFill>
              </a:rPr>
              <a:t>)</a:t>
            </a:r>
          </a:p>
          <a:p>
            <a:r>
              <a:rPr lang="en-GB" sz="1200" dirty="0" err="1">
                <a:solidFill>
                  <a:srgbClr val="FF0000"/>
                </a:solidFill>
              </a:rPr>
              <a:t>diversitate</a:t>
            </a:r>
            <a:r>
              <a:rPr lang="en-GB" sz="1200" dirty="0">
                <a:solidFill>
                  <a:srgbClr val="FF0000"/>
                </a:solidFill>
              </a:rPr>
              <a:t> = (</a:t>
            </a:r>
            <a:r>
              <a:rPr lang="en-GB" sz="1200" dirty="0" err="1">
                <a:solidFill>
                  <a:srgbClr val="FF0000"/>
                </a:solidFill>
              </a:rPr>
              <a:t>nr_unice</a:t>
            </a:r>
            <a:r>
              <a:rPr lang="en-GB" sz="1200" dirty="0">
                <a:solidFill>
                  <a:srgbClr val="FF0000"/>
                </a:solidFill>
              </a:rPr>
              <a:t> / </a:t>
            </a:r>
            <a:r>
              <a:rPr lang="en-GB" sz="1200" dirty="0" err="1">
                <a:solidFill>
                  <a:srgbClr val="FF0000"/>
                </a:solidFill>
              </a:rPr>
              <a:t>total_cuvinte</a:t>
            </a:r>
            <a:r>
              <a:rPr lang="en-GB" sz="1200" dirty="0">
                <a:solidFill>
                  <a:srgbClr val="FF0000"/>
                </a:solidFill>
              </a:rPr>
              <a:t>) * 100</a:t>
            </a:r>
            <a:endParaRPr lang="ro-RO" sz="1200" dirty="0">
              <a:solidFill>
                <a:srgbClr val="FF0000"/>
              </a:solidFill>
            </a:endParaRPr>
          </a:p>
          <a:p>
            <a:endParaRPr lang="ro-RO" sz="12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/>
              <a:t>Numărătorul:</a:t>
            </a:r>
            <a:r>
              <a:rPr lang="pt-BR" sz="1200" dirty="0"/>
              <a:t> Numărul de cuvinte unice </a:t>
            </a:r>
            <a:endParaRPr lang="ro-RO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 err="1"/>
              <a:t>Rezultatul</a:t>
            </a:r>
            <a:r>
              <a:rPr lang="en-GB" sz="1200" b="1" dirty="0"/>
              <a:t>:</a:t>
            </a:r>
            <a:r>
              <a:rPr lang="en-GB" sz="1200" dirty="0"/>
              <a:t> </a:t>
            </a:r>
            <a:r>
              <a:rPr lang="en-GB" sz="1200" dirty="0" err="1"/>
              <a:t>Obținem</a:t>
            </a:r>
            <a:r>
              <a:rPr lang="en-GB" sz="1200" dirty="0"/>
              <a:t> un </a:t>
            </a:r>
            <a:r>
              <a:rPr lang="en-GB" sz="1200" dirty="0" err="1"/>
              <a:t>procent</a:t>
            </a:r>
            <a:r>
              <a:rPr lang="en-GB" sz="1200" dirty="0"/>
              <a:t>.</a:t>
            </a:r>
            <a:endParaRPr lang="ro-RO" sz="1200" dirty="0"/>
          </a:p>
          <a:p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rgbClr val="FF0000"/>
                </a:solidFill>
              </a:rPr>
              <a:t>if </a:t>
            </a:r>
            <a:r>
              <a:rPr lang="en-GB" sz="1200" dirty="0" err="1">
                <a:solidFill>
                  <a:srgbClr val="FF0000"/>
                </a:solidFill>
              </a:rPr>
              <a:t>diversitate</a:t>
            </a:r>
            <a:r>
              <a:rPr lang="en-GB" sz="1200" dirty="0">
                <a:solidFill>
                  <a:srgbClr val="FF0000"/>
                </a:solidFill>
              </a:rPr>
              <a:t> &lt; 30: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print("-&gt; Text REPETITIV...")</a:t>
            </a:r>
          </a:p>
          <a:p>
            <a:r>
              <a:rPr lang="en-GB" sz="1200" dirty="0" err="1">
                <a:solidFill>
                  <a:srgbClr val="FF0000"/>
                </a:solidFill>
              </a:rPr>
              <a:t>elif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diversitate</a:t>
            </a:r>
            <a:r>
              <a:rPr lang="en-GB" sz="1200" dirty="0">
                <a:solidFill>
                  <a:srgbClr val="FF0000"/>
                </a:solidFill>
              </a:rPr>
              <a:t> &lt; 60: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print("-&gt; Text ECHILIBRAT...")</a:t>
            </a:r>
          </a:p>
          <a:p>
            <a:r>
              <a:rPr lang="en-GB" sz="1200" dirty="0">
                <a:solidFill>
                  <a:srgbClr val="FF0000"/>
                </a:solidFill>
              </a:rPr>
              <a:t>else: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print("-&gt; Text BOGAT...")</a:t>
            </a:r>
            <a:endParaRPr lang="ro-RO" sz="1200" dirty="0">
              <a:solidFill>
                <a:srgbClr val="FF0000"/>
              </a:solidFill>
            </a:endParaRPr>
          </a:p>
          <a:p>
            <a:endParaRPr lang="ro-RO" sz="1200" dirty="0">
              <a:solidFill>
                <a:srgbClr val="FF0000"/>
              </a:solidFill>
            </a:endParaRPr>
          </a:p>
          <a:p>
            <a:r>
              <a:rPr lang="en-GB" sz="1200" dirty="0" err="1"/>
              <a:t>Codul</a:t>
            </a:r>
            <a:r>
              <a:rPr lang="en-GB" sz="1200" dirty="0"/>
              <a:t> nu </a:t>
            </a:r>
            <a:r>
              <a:rPr lang="en-GB" sz="1200" dirty="0" err="1"/>
              <a:t>doar</a:t>
            </a:r>
            <a:r>
              <a:rPr lang="en-GB" sz="1200" dirty="0"/>
              <a:t> </a:t>
            </a:r>
            <a:r>
              <a:rPr lang="en-GB" sz="1200" dirty="0" err="1"/>
              <a:t>afișează</a:t>
            </a:r>
            <a:r>
              <a:rPr lang="en-GB" sz="1200" dirty="0"/>
              <a:t> un </a:t>
            </a:r>
            <a:r>
              <a:rPr lang="en-GB" sz="1200" dirty="0" err="1"/>
              <a:t>număr</a:t>
            </a:r>
            <a:r>
              <a:rPr lang="en-GB" sz="1200" dirty="0"/>
              <a:t> (ex: 45%), ci </a:t>
            </a:r>
            <a:r>
              <a:rPr lang="en-GB" sz="1200" dirty="0" err="1"/>
              <a:t>îi</a:t>
            </a:r>
            <a:r>
              <a:rPr lang="en-GB" sz="1200" dirty="0"/>
              <a:t> </a:t>
            </a:r>
            <a:r>
              <a:rPr lang="en-GB" sz="1200" dirty="0" err="1"/>
              <a:t>oferă</a:t>
            </a:r>
            <a:r>
              <a:rPr lang="en-GB" sz="1200" dirty="0"/>
              <a:t> </a:t>
            </a:r>
            <a:r>
              <a:rPr lang="en-GB" sz="1200" dirty="0" err="1"/>
              <a:t>utilizatorului</a:t>
            </a:r>
            <a:r>
              <a:rPr lang="en-GB" sz="1200" dirty="0"/>
              <a:t> o </a:t>
            </a:r>
            <a:r>
              <a:rPr lang="en-GB" sz="1200" b="1" dirty="0" err="1"/>
              <a:t>concluzie</a:t>
            </a:r>
            <a:r>
              <a:rPr lang="en-GB" sz="1200" b="1" dirty="0"/>
              <a:t> </a:t>
            </a:r>
            <a:r>
              <a:rPr lang="en-GB" sz="1200" b="1" dirty="0" err="1"/>
              <a:t>clară</a:t>
            </a:r>
            <a:r>
              <a:rPr lang="en-GB" sz="1200" dirty="0"/>
              <a:t>. </a:t>
            </a:r>
            <a:r>
              <a:rPr lang="en-GB" sz="1200" dirty="0" err="1"/>
              <a:t>Clasifică</a:t>
            </a:r>
            <a:r>
              <a:rPr lang="en-GB" sz="1200" dirty="0"/>
              <a:t> </a:t>
            </a:r>
            <a:r>
              <a:rPr lang="en-GB" sz="1200" dirty="0" err="1"/>
              <a:t>textul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3 </a:t>
            </a:r>
            <a:r>
              <a:rPr lang="en-GB" sz="1200" dirty="0" err="1"/>
              <a:t>categorii</a:t>
            </a:r>
            <a:r>
              <a:rPr lang="en-GB" sz="1200" dirty="0"/>
              <a:t> pe </a:t>
            </a:r>
            <a:r>
              <a:rPr lang="en-GB" sz="1200" dirty="0" err="1"/>
              <a:t>baza</a:t>
            </a:r>
            <a:r>
              <a:rPr lang="en-GB" sz="1200" dirty="0"/>
              <a:t> </a:t>
            </a:r>
            <a:r>
              <a:rPr lang="en-GB" sz="1200" dirty="0" err="1"/>
              <a:t>unor</a:t>
            </a:r>
            <a:r>
              <a:rPr lang="en-GB" sz="1200" dirty="0"/>
              <a:t> </a:t>
            </a:r>
            <a:r>
              <a:rPr lang="en-GB" sz="1200" dirty="0" err="1"/>
              <a:t>praguri</a:t>
            </a:r>
            <a:r>
              <a:rPr lang="en-GB" sz="1200" dirty="0"/>
              <a:t> </a:t>
            </a:r>
            <a:r>
              <a:rPr lang="en-GB" sz="1200" dirty="0" err="1"/>
              <a:t>logice</a:t>
            </a:r>
            <a:r>
              <a:rPr lang="en-GB" sz="1200" dirty="0"/>
              <a:t> (30% </a:t>
            </a:r>
            <a:r>
              <a:rPr lang="en-GB" sz="1200" dirty="0" err="1"/>
              <a:t>și</a:t>
            </a:r>
            <a:r>
              <a:rPr lang="en-GB" sz="1200" dirty="0"/>
              <a:t> 60%).</a:t>
            </a:r>
            <a:endParaRPr lang="en-GB" sz="12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951092-1DD8-9E0F-61A6-9FC635AE4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758" y="559837"/>
            <a:ext cx="5523723" cy="40681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C52672-D381-B56E-1C5F-19AD776B6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57" y="4627985"/>
            <a:ext cx="5523724" cy="167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09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8D86D9-5363-4373-6C82-EB95D2C5ED10}"/>
              </a:ext>
            </a:extLst>
          </p:cNvPr>
          <p:cNvSpPr txBox="1"/>
          <p:nvPr/>
        </p:nvSpPr>
        <p:spPr>
          <a:xfrm>
            <a:off x="755779" y="765110"/>
            <a:ext cx="638213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u="sng" dirty="0">
                <a:solidFill>
                  <a:srgbClr val="002060"/>
                </a:solidFill>
              </a:rPr>
              <a:t>3</a:t>
            </a:r>
            <a:r>
              <a:rPr lang="en-GB" b="1" i="1" u="sng" dirty="0">
                <a:solidFill>
                  <a:srgbClr val="002060"/>
                </a:solidFill>
              </a:rPr>
              <a:t>.Func</a:t>
            </a:r>
            <a:r>
              <a:rPr lang="ro-RO" b="1" i="1" u="sng" dirty="0">
                <a:solidFill>
                  <a:srgbClr val="002060"/>
                </a:solidFill>
              </a:rPr>
              <a:t>ț</a:t>
            </a:r>
            <a:r>
              <a:rPr lang="en-GB" b="1" i="1" u="sng" dirty="0" err="1">
                <a:solidFill>
                  <a:srgbClr val="002060"/>
                </a:solidFill>
              </a:rPr>
              <a:t>ia</a:t>
            </a:r>
            <a:r>
              <a:rPr lang="en-GB" b="1" i="1" u="sng" dirty="0">
                <a:solidFill>
                  <a:srgbClr val="002060"/>
                </a:solidFill>
              </a:rPr>
              <a:t>  </a:t>
            </a:r>
            <a:r>
              <a:rPr lang="ro-RO" b="1" i="1" u="sng" dirty="0">
                <a:solidFill>
                  <a:srgbClr val="002060"/>
                </a:solidFill>
              </a:rPr>
              <a:t>care înlocuiește un cuvânt </a:t>
            </a:r>
          </a:p>
          <a:p>
            <a:endParaRPr lang="ro-RO" b="1" i="1" u="sng" dirty="0">
              <a:solidFill>
                <a:srgbClr val="002060"/>
              </a:solidFill>
            </a:endParaRPr>
          </a:p>
          <a:p>
            <a:r>
              <a:rPr lang="ro-RO" sz="1400" b="1" i="1" u="sng" dirty="0">
                <a:solidFill>
                  <a:srgbClr val="00B050"/>
                </a:solidFill>
              </a:rPr>
              <a:t>Explicarea codului </a:t>
            </a:r>
          </a:p>
          <a:p>
            <a:r>
              <a:rPr lang="en-GB" b="1" i="1" u="sng" dirty="0">
                <a:solidFill>
                  <a:srgbClr val="002060"/>
                </a:solidFill>
              </a:rPr>
              <a:t> </a:t>
            </a:r>
            <a:endParaRPr lang="ro-RO" b="1" i="1" u="sng" dirty="0">
              <a:solidFill>
                <a:srgbClr val="002060"/>
              </a:solidFill>
            </a:endParaRPr>
          </a:p>
          <a:p>
            <a:r>
              <a:rPr lang="en-GB" sz="1200" dirty="0">
                <a:solidFill>
                  <a:srgbClr val="FF0000"/>
                </a:solidFill>
              </a:rPr>
              <a:t>global </a:t>
            </a:r>
            <a:r>
              <a:rPr lang="en-GB" sz="1200" dirty="0" err="1">
                <a:solidFill>
                  <a:srgbClr val="FF0000"/>
                </a:solidFill>
              </a:rPr>
              <a:t>text_curent</a:t>
            </a:r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rgbClr val="FF0000"/>
                </a:solidFill>
              </a:rPr>
              <a:t>if </a:t>
            </a:r>
            <a:r>
              <a:rPr lang="en-GB" sz="1200" dirty="0" err="1">
                <a:solidFill>
                  <a:srgbClr val="FF0000"/>
                </a:solidFill>
              </a:rPr>
              <a:t>len</a:t>
            </a:r>
            <a:r>
              <a:rPr lang="en-GB" sz="1200" dirty="0">
                <a:solidFill>
                  <a:srgbClr val="FF0000"/>
                </a:solidFill>
              </a:rPr>
              <a:t>(</a:t>
            </a:r>
            <a:r>
              <a:rPr lang="en-GB" sz="1200" dirty="0" err="1">
                <a:solidFill>
                  <a:srgbClr val="FF0000"/>
                </a:solidFill>
              </a:rPr>
              <a:t>text_curent</a:t>
            </a:r>
            <a:r>
              <a:rPr lang="en-GB" sz="1200" dirty="0">
                <a:solidFill>
                  <a:srgbClr val="FF0000"/>
                </a:solidFill>
              </a:rPr>
              <a:t>) == 0: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# ... </a:t>
            </a:r>
            <a:r>
              <a:rPr lang="en-GB" sz="1200" dirty="0" err="1">
                <a:solidFill>
                  <a:srgbClr val="FF0000"/>
                </a:solidFill>
              </a:rPr>
              <a:t>eroare</a:t>
            </a:r>
            <a:r>
              <a:rPr lang="en-GB" sz="1200" dirty="0">
                <a:solidFill>
                  <a:srgbClr val="FF0000"/>
                </a:solidFill>
              </a:rPr>
              <a:t> ...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return</a:t>
            </a:r>
            <a:endParaRPr lang="ro-RO" sz="12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/>
              <a:t>global </a:t>
            </a:r>
            <a:r>
              <a:rPr lang="en-GB" sz="1200" b="1" dirty="0" err="1"/>
              <a:t>text_curent</a:t>
            </a:r>
            <a:r>
              <a:rPr lang="en-GB" sz="1200" dirty="0"/>
              <a:t>: </a:t>
            </a:r>
            <a:r>
              <a:rPr lang="en-GB" sz="1200" dirty="0" err="1"/>
              <a:t>Acesta</a:t>
            </a:r>
            <a:r>
              <a:rPr lang="en-GB" sz="1200" dirty="0"/>
              <a:t> </a:t>
            </a:r>
            <a:r>
              <a:rPr lang="en-GB" sz="1200" dirty="0" err="1"/>
              <a:t>este</a:t>
            </a:r>
            <a:r>
              <a:rPr lang="en-GB" sz="1200" dirty="0"/>
              <a:t> cel </a:t>
            </a:r>
            <a:r>
              <a:rPr lang="en-GB" sz="1200" dirty="0" err="1"/>
              <a:t>mai</a:t>
            </a:r>
            <a:r>
              <a:rPr lang="en-GB" sz="1200" dirty="0"/>
              <a:t> important </a:t>
            </a:r>
            <a:r>
              <a:rPr lang="en-GB" sz="1200" dirty="0" err="1"/>
              <a:t>rând</a:t>
            </a:r>
            <a:r>
              <a:rPr lang="en-GB" sz="1200" dirty="0"/>
              <a:t>. </a:t>
            </a:r>
            <a:r>
              <a:rPr lang="en-GB" sz="1200" dirty="0" err="1"/>
              <a:t>Spre</a:t>
            </a:r>
            <a:r>
              <a:rPr lang="en-GB" sz="1200" dirty="0"/>
              <a:t> </a:t>
            </a:r>
            <a:r>
              <a:rPr lang="en-GB" sz="1200" dirty="0" err="1"/>
              <a:t>deosebire</a:t>
            </a:r>
            <a:r>
              <a:rPr lang="en-GB" sz="1200" dirty="0"/>
              <a:t> de </a:t>
            </a:r>
            <a:r>
              <a:rPr lang="en-GB" sz="1200" dirty="0" err="1"/>
              <a:t>celelalte</a:t>
            </a:r>
            <a:r>
              <a:rPr lang="en-GB" sz="1200" dirty="0"/>
              <a:t> </a:t>
            </a:r>
            <a:r>
              <a:rPr lang="en-GB" sz="1200" dirty="0" err="1"/>
              <a:t>funcții</a:t>
            </a:r>
            <a:r>
              <a:rPr lang="en-GB" sz="1200" dirty="0"/>
              <a:t> care </a:t>
            </a:r>
            <a:r>
              <a:rPr lang="en-GB" sz="1200" dirty="0" err="1"/>
              <a:t>doar</a:t>
            </a:r>
            <a:r>
              <a:rPr lang="en-GB" sz="1200" dirty="0"/>
              <a:t> </a:t>
            </a:r>
            <a:r>
              <a:rPr lang="en-GB" sz="1200" i="1" dirty="0" err="1"/>
              <a:t>citeau</a:t>
            </a:r>
            <a:r>
              <a:rPr lang="en-GB" sz="1200" dirty="0"/>
              <a:t> </a:t>
            </a:r>
            <a:r>
              <a:rPr lang="en-GB" sz="1200" dirty="0" err="1"/>
              <a:t>textul</a:t>
            </a:r>
            <a:r>
              <a:rPr lang="en-GB" sz="1200" dirty="0"/>
              <a:t>, </a:t>
            </a:r>
            <a:r>
              <a:rPr lang="en-GB" sz="1200" dirty="0" err="1"/>
              <a:t>aceasta</a:t>
            </a:r>
            <a:r>
              <a:rPr lang="en-GB" sz="1200" dirty="0"/>
              <a:t> are </a:t>
            </a:r>
            <a:r>
              <a:rPr lang="en-GB" sz="1200" dirty="0" err="1"/>
              <a:t>nevoie</a:t>
            </a:r>
            <a:r>
              <a:rPr lang="en-GB" sz="1200" dirty="0"/>
              <a:t> de </a:t>
            </a:r>
            <a:r>
              <a:rPr lang="en-GB" sz="1200" dirty="0" err="1"/>
              <a:t>permisiunea</a:t>
            </a:r>
            <a:r>
              <a:rPr lang="en-GB" sz="1200" dirty="0"/>
              <a:t> de a-l </a:t>
            </a:r>
            <a:r>
              <a:rPr lang="en-GB" sz="1200" i="1" dirty="0" err="1"/>
              <a:t>schimba</a:t>
            </a:r>
            <a:r>
              <a:rPr lang="en-GB" sz="1200" dirty="0"/>
              <a:t> </a:t>
            </a:r>
            <a:r>
              <a:rPr lang="en-GB" sz="1200" dirty="0" err="1"/>
              <a:t>definitiv</a:t>
            </a:r>
            <a:r>
              <a:rPr lang="en-GB" sz="1200" dirty="0"/>
              <a:t> </a:t>
            </a:r>
            <a:r>
              <a:rPr lang="en-GB" sz="1200" dirty="0" err="1"/>
              <a:t>în</a:t>
            </a:r>
            <a:r>
              <a:rPr lang="en-GB" sz="1200" dirty="0"/>
              <a:t> memoria </a:t>
            </a:r>
            <a:r>
              <a:rPr lang="en-GB" sz="1200" dirty="0" err="1"/>
              <a:t>programului</a:t>
            </a:r>
            <a:r>
              <a:rPr lang="en-GB" sz="1200" dirty="0"/>
              <a:t>.</a:t>
            </a:r>
            <a:endParaRPr lang="ro-RO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/>
              <a:t>Validare:</a:t>
            </a:r>
            <a:r>
              <a:rPr lang="pt-BR" sz="1200" dirty="0"/>
              <a:t> Se asigură că avem ce să modificăm.</a:t>
            </a:r>
            <a:endParaRPr lang="ro-RO" sz="1200" dirty="0"/>
          </a:p>
          <a:p>
            <a:r>
              <a:rPr lang="en-GB" sz="1200" dirty="0" err="1">
                <a:solidFill>
                  <a:srgbClr val="FF0000"/>
                </a:solidFill>
              </a:rPr>
              <a:t>tinta</a:t>
            </a:r>
            <a:r>
              <a:rPr lang="en-GB" sz="1200" dirty="0">
                <a:solidFill>
                  <a:srgbClr val="FF0000"/>
                </a:solidFill>
              </a:rPr>
              <a:t> = input("Ce </a:t>
            </a:r>
            <a:r>
              <a:rPr lang="en-GB" sz="1200" dirty="0" err="1">
                <a:solidFill>
                  <a:srgbClr val="FF0000"/>
                </a:solidFill>
              </a:rPr>
              <a:t>cuvant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doriti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sa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inlocuiti</a:t>
            </a:r>
            <a:r>
              <a:rPr lang="en-GB" sz="1200" dirty="0">
                <a:solidFill>
                  <a:srgbClr val="FF0000"/>
                </a:solidFill>
              </a:rPr>
              <a:t>? : ")</a:t>
            </a:r>
          </a:p>
          <a:p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rgbClr val="FF0000"/>
                </a:solidFill>
              </a:rPr>
              <a:t># </a:t>
            </a:r>
            <a:r>
              <a:rPr lang="en-GB" sz="1200" dirty="0" err="1">
                <a:solidFill>
                  <a:srgbClr val="FF0000"/>
                </a:solidFill>
              </a:rPr>
              <a:t>Verificam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daca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exista</a:t>
            </a:r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rgbClr val="FF0000"/>
                </a:solidFill>
              </a:rPr>
              <a:t>if </a:t>
            </a:r>
            <a:r>
              <a:rPr lang="en-GB" sz="1200" dirty="0" err="1">
                <a:solidFill>
                  <a:srgbClr val="FF0000"/>
                </a:solidFill>
              </a:rPr>
              <a:t>tinta</a:t>
            </a:r>
            <a:r>
              <a:rPr lang="en-GB" sz="1200" dirty="0">
                <a:solidFill>
                  <a:srgbClr val="FF0000"/>
                </a:solidFill>
              </a:rPr>
              <a:t> not in </a:t>
            </a:r>
            <a:r>
              <a:rPr lang="en-GB" sz="1200" dirty="0" err="1">
                <a:solidFill>
                  <a:srgbClr val="FF0000"/>
                </a:solidFill>
              </a:rPr>
              <a:t>text_curent</a:t>
            </a:r>
            <a:r>
              <a:rPr lang="en-GB" sz="1200" dirty="0">
                <a:solidFill>
                  <a:srgbClr val="FF0000"/>
                </a:solidFill>
              </a:rPr>
              <a:t>: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# Logica de </a:t>
            </a:r>
            <a:r>
              <a:rPr lang="en-GB" sz="1200" dirty="0" err="1">
                <a:solidFill>
                  <a:srgbClr val="FF0000"/>
                </a:solidFill>
              </a:rPr>
              <a:t>ajutor</a:t>
            </a:r>
            <a:r>
              <a:rPr lang="en-GB" sz="1200" dirty="0">
                <a:solidFill>
                  <a:srgbClr val="FF0000"/>
                </a:solidFill>
              </a:rPr>
              <a:t> (User Experience)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if </a:t>
            </a:r>
            <a:r>
              <a:rPr lang="en-GB" sz="1200" dirty="0" err="1">
                <a:solidFill>
                  <a:srgbClr val="FF0000"/>
                </a:solidFill>
              </a:rPr>
              <a:t>tinta.lower</a:t>
            </a:r>
            <a:r>
              <a:rPr lang="en-GB" sz="1200" dirty="0">
                <a:solidFill>
                  <a:srgbClr val="FF0000"/>
                </a:solidFill>
              </a:rPr>
              <a:t>() in </a:t>
            </a:r>
            <a:r>
              <a:rPr lang="en-GB" sz="1200" dirty="0" err="1">
                <a:solidFill>
                  <a:srgbClr val="FF0000"/>
                </a:solidFill>
              </a:rPr>
              <a:t>text_curent.lower</a:t>
            </a:r>
            <a:r>
              <a:rPr lang="en-GB" sz="1200" dirty="0">
                <a:solidFill>
                  <a:srgbClr val="FF0000"/>
                </a:solidFill>
              </a:rPr>
              <a:t>():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    print(f"[!] </a:t>
            </a:r>
            <a:r>
              <a:rPr lang="en-GB" sz="1200" dirty="0" err="1">
                <a:solidFill>
                  <a:srgbClr val="FF0000"/>
                </a:solidFill>
              </a:rPr>
              <a:t>Atentie</a:t>
            </a:r>
            <a:r>
              <a:rPr lang="en-GB" sz="1200" dirty="0">
                <a:solidFill>
                  <a:srgbClr val="FF0000"/>
                </a:solidFill>
              </a:rPr>
              <a:t>: </a:t>
            </a:r>
            <a:r>
              <a:rPr lang="en-GB" sz="1200" dirty="0" err="1">
                <a:solidFill>
                  <a:srgbClr val="FF0000"/>
                </a:solidFill>
              </a:rPr>
              <a:t>Cuvantul</a:t>
            </a:r>
            <a:r>
              <a:rPr lang="en-GB" sz="1200" dirty="0">
                <a:solidFill>
                  <a:srgbClr val="FF0000"/>
                </a:solidFill>
              </a:rPr>
              <a:t> exact '{</a:t>
            </a:r>
            <a:r>
              <a:rPr lang="en-GB" sz="1200" dirty="0" err="1">
                <a:solidFill>
                  <a:srgbClr val="FF0000"/>
                </a:solidFill>
              </a:rPr>
              <a:t>tinta</a:t>
            </a:r>
            <a:r>
              <a:rPr lang="en-GB" sz="1200" dirty="0">
                <a:solidFill>
                  <a:srgbClr val="FF0000"/>
                </a:solidFill>
              </a:rPr>
              <a:t>}' nu a </a:t>
            </a:r>
            <a:r>
              <a:rPr lang="en-GB" sz="1200" dirty="0" err="1">
                <a:solidFill>
                  <a:srgbClr val="FF0000"/>
                </a:solidFill>
              </a:rPr>
              <a:t>fost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gasit</a:t>
            </a:r>
            <a:r>
              <a:rPr lang="en-GB" sz="1200" dirty="0">
                <a:solidFill>
                  <a:srgbClr val="FF0000"/>
                </a:solidFill>
              </a:rPr>
              <a:t>.")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    print("    Insa </a:t>
            </a:r>
            <a:r>
              <a:rPr lang="en-GB" sz="1200" dirty="0" err="1">
                <a:solidFill>
                  <a:srgbClr val="FF0000"/>
                </a:solidFill>
              </a:rPr>
              <a:t>textul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contine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acest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cuvant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scris</a:t>
            </a:r>
            <a:r>
              <a:rPr lang="en-GB" sz="1200" dirty="0">
                <a:solidFill>
                  <a:srgbClr val="FF0000"/>
                </a:solidFill>
              </a:rPr>
              <a:t> cu </a:t>
            </a:r>
            <a:r>
              <a:rPr lang="en-GB" sz="1200" dirty="0" err="1">
                <a:solidFill>
                  <a:srgbClr val="FF0000"/>
                </a:solidFill>
              </a:rPr>
              <a:t>alte</a:t>
            </a:r>
            <a:r>
              <a:rPr lang="en-GB" sz="1200" dirty="0">
                <a:solidFill>
                  <a:srgbClr val="FF0000"/>
                </a:solidFill>
              </a:rPr>
              <a:t> majuscule...")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else: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    print(</a:t>
            </a:r>
            <a:r>
              <a:rPr lang="en-GB" sz="1200" dirty="0" err="1">
                <a:solidFill>
                  <a:srgbClr val="FF0000"/>
                </a:solidFill>
              </a:rPr>
              <a:t>f"Cuvantul</a:t>
            </a:r>
            <a:r>
              <a:rPr lang="en-GB" sz="1200" dirty="0">
                <a:solidFill>
                  <a:srgbClr val="FF0000"/>
                </a:solidFill>
              </a:rPr>
              <a:t> '{</a:t>
            </a:r>
            <a:r>
              <a:rPr lang="en-GB" sz="1200" dirty="0" err="1">
                <a:solidFill>
                  <a:srgbClr val="FF0000"/>
                </a:solidFill>
              </a:rPr>
              <a:t>tinta</a:t>
            </a:r>
            <a:r>
              <a:rPr lang="en-GB" sz="1200" dirty="0">
                <a:solidFill>
                  <a:srgbClr val="FF0000"/>
                </a:solidFill>
              </a:rPr>
              <a:t>}' nu a </a:t>
            </a:r>
            <a:r>
              <a:rPr lang="en-GB" sz="1200" dirty="0" err="1">
                <a:solidFill>
                  <a:srgbClr val="FF0000"/>
                </a:solidFill>
              </a:rPr>
              <a:t>fost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gasit</a:t>
            </a:r>
            <a:r>
              <a:rPr lang="en-GB" sz="1200" dirty="0">
                <a:solidFill>
                  <a:srgbClr val="FF0000"/>
                </a:solidFill>
              </a:rPr>
              <a:t> in text.")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return</a:t>
            </a:r>
            <a:endParaRPr lang="ro-RO" sz="1200" dirty="0">
              <a:solidFill>
                <a:srgbClr val="FF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Cere </a:t>
            </a:r>
            <a:r>
              <a:rPr lang="en-US" altLang="en-US" sz="1200" dirty="0" err="1">
                <a:latin typeface="Arial" panose="020B0604020202020204" pitchFamily="34" charset="0"/>
              </a:rPr>
              <a:t>cuvântul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țintă</a:t>
            </a:r>
            <a:r>
              <a:rPr lang="en-US" altLang="en-US" sz="12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 err="1">
                <a:latin typeface="Arial" panose="020B0604020202020204" pitchFamily="34" charset="0"/>
              </a:rPr>
              <a:t>Verificarea</a:t>
            </a:r>
            <a:r>
              <a:rPr lang="en-US" altLang="en-US" sz="1200" b="1" dirty="0">
                <a:latin typeface="Arial" panose="020B0604020202020204" pitchFamily="34" charset="0"/>
              </a:rPr>
              <a:t> </a:t>
            </a:r>
            <a:r>
              <a:rPr lang="en-US" altLang="en-US" sz="1200" b="1" dirty="0" err="1">
                <a:latin typeface="Arial" panose="020B0604020202020204" pitchFamily="34" charset="0"/>
              </a:rPr>
              <a:t>simplă</a:t>
            </a:r>
            <a:r>
              <a:rPr lang="en-US" altLang="en-US" sz="1200" b="1" dirty="0">
                <a:latin typeface="Arial" panose="020B0604020202020204" pitchFamily="34" charset="0"/>
              </a:rPr>
              <a:t>: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Dacă</a:t>
            </a:r>
            <a:r>
              <a:rPr lang="en-US" altLang="en-US" sz="1200" dirty="0">
                <a:latin typeface="Arial" panose="020B0604020202020204" pitchFamily="34" charset="0"/>
              </a:rPr>
              <a:t> nu </a:t>
            </a:r>
            <a:r>
              <a:rPr lang="en-US" altLang="en-US" sz="1200" dirty="0" err="1">
                <a:latin typeface="Arial" panose="020B0604020202020204" pitchFamily="34" charset="0"/>
              </a:rPr>
              <a:t>găsește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cuvântul</a:t>
            </a:r>
            <a:r>
              <a:rPr lang="en-US" altLang="en-US" sz="1200" dirty="0">
                <a:latin typeface="Arial" panose="020B0604020202020204" pitchFamily="34" charset="0"/>
              </a:rPr>
              <a:t> exact, nu </a:t>
            </a:r>
            <a:r>
              <a:rPr lang="en-US" altLang="en-US" sz="1200" dirty="0" err="1">
                <a:latin typeface="Arial" panose="020B0604020202020204" pitchFamily="34" charset="0"/>
              </a:rPr>
              <a:t>dă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eroare</a:t>
            </a:r>
            <a:r>
              <a:rPr lang="en-US" altLang="en-US" sz="1200" dirty="0">
                <a:latin typeface="Arial" panose="020B0604020202020204" pitchFamily="34" charset="0"/>
              </a:rPr>
              <a:t> direct.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 err="1">
                <a:latin typeface="Arial" panose="020B0604020202020204" pitchFamily="34" charset="0"/>
              </a:rPr>
              <a:t>Verificarea</a:t>
            </a:r>
            <a:r>
              <a:rPr lang="en-US" altLang="en-US" sz="1200" b="1" dirty="0">
                <a:latin typeface="Arial" panose="020B0604020202020204" pitchFamily="34" charset="0"/>
              </a:rPr>
              <a:t> </a:t>
            </a:r>
            <a:r>
              <a:rPr lang="en-US" altLang="en-US" sz="1200" b="1" dirty="0" err="1">
                <a:latin typeface="Arial" panose="020B0604020202020204" pitchFamily="34" charset="0"/>
              </a:rPr>
              <a:t>inteligentă</a:t>
            </a:r>
            <a:r>
              <a:rPr lang="en-US" altLang="en-US" sz="1200" b="1" dirty="0">
                <a:latin typeface="Arial" panose="020B0604020202020204" pitchFamily="34" charset="0"/>
              </a:rPr>
              <a:t> (</a:t>
            </a:r>
            <a:r>
              <a:rPr lang="en-US" altLang="en-US" sz="1200" b="1" dirty="0">
                <a:latin typeface="Arial Unicode MS"/>
              </a:rPr>
              <a:t>else</a:t>
            </a:r>
            <a:r>
              <a:rPr lang="en-US" altLang="en-US" sz="1200" b="1" dirty="0"/>
              <a:t>):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Verifică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dacă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utilizatorul</a:t>
            </a:r>
            <a:r>
              <a:rPr lang="en-US" altLang="en-US" sz="1200" dirty="0">
                <a:latin typeface="Arial" panose="020B0604020202020204" pitchFamily="34" charset="0"/>
              </a:rPr>
              <a:t> a </a:t>
            </a:r>
            <a:r>
              <a:rPr lang="en-US" altLang="en-US" sz="1200" dirty="0" err="1">
                <a:latin typeface="Arial" panose="020B0604020202020204" pitchFamily="34" charset="0"/>
              </a:rPr>
              <a:t>greșit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doar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literele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mari</a:t>
            </a:r>
            <a:r>
              <a:rPr lang="en-US" altLang="en-US" sz="1200" dirty="0">
                <a:latin typeface="Arial" panose="020B0604020202020204" pitchFamily="34" charset="0"/>
              </a:rPr>
              <a:t>/</a:t>
            </a:r>
            <a:r>
              <a:rPr lang="en-US" altLang="en-US" sz="1200" dirty="0" err="1">
                <a:latin typeface="Arial" panose="020B0604020202020204" pitchFamily="34" charset="0"/>
              </a:rPr>
              <a:t>mici</a:t>
            </a:r>
            <a:r>
              <a:rPr lang="en-US" altLang="en-US" sz="1200" dirty="0">
                <a:latin typeface="Arial" panose="020B0604020202020204" pitchFamily="34" charset="0"/>
              </a:rPr>
              <a:t> (ex: a </a:t>
            </a:r>
            <a:r>
              <a:rPr lang="en-US" altLang="en-US" sz="1200" dirty="0" err="1">
                <a:latin typeface="Arial" panose="020B0604020202020204" pitchFamily="34" charset="0"/>
              </a:rPr>
              <a:t>scris</a:t>
            </a:r>
            <a:r>
              <a:rPr lang="en-US" altLang="en-US" sz="1200" dirty="0">
                <a:latin typeface="Arial" panose="020B0604020202020204" pitchFamily="34" charset="0"/>
              </a:rPr>
              <a:t> "python" </a:t>
            </a:r>
            <a:r>
              <a:rPr lang="en-US" altLang="en-US" sz="1200" dirty="0" err="1">
                <a:latin typeface="Arial" panose="020B0604020202020204" pitchFamily="34" charset="0"/>
              </a:rPr>
              <a:t>dar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în</a:t>
            </a:r>
            <a:r>
              <a:rPr lang="en-US" altLang="en-US" sz="1200" dirty="0">
                <a:latin typeface="Arial" panose="020B0604020202020204" pitchFamily="34" charset="0"/>
              </a:rPr>
              <a:t> text e "Python"). </a:t>
            </a:r>
            <a:r>
              <a:rPr lang="en-US" altLang="en-US" sz="1200" dirty="0" err="1">
                <a:latin typeface="Arial" panose="020B0604020202020204" pitchFamily="34" charset="0"/>
              </a:rPr>
              <a:t>Dacă</a:t>
            </a:r>
            <a:r>
              <a:rPr lang="en-US" altLang="en-US" sz="1200" dirty="0">
                <a:latin typeface="Arial" panose="020B0604020202020204" pitchFamily="34" charset="0"/>
              </a:rPr>
              <a:t> da, </a:t>
            </a:r>
            <a:r>
              <a:rPr lang="en-US" altLang="en-US" sz="1200" dirty="0" err="1">
                <a:latin typeface="Arial" panose="020B0604020202020204" pitchFamily="34" charset="0"/>
              </a:rPr>
              <a:t>îi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oferă</a:t>
            </a:r>
            <a:r>
              <a:rPr lang="en-US" altLang="en-US" sz="1200" dirty="0">
                <a:latin typeface="Arial" panose="020B0604020202020204" pitchFamily="34" charset="0"/>
              </a:rPr>
              <a:t> un </a:t>
            </a:r>
            <a:r>
              <a:rPr lang="en-US" altLang="en-US" sz="1200" dirty="0" err="1">
                <a:latin typeface="Arial" panose="020B0604020202020204" pitchFamily="34" charset="0"/>
              </a:rPr>
              <a:t>indiciu</a:t>
            </a:r>
            <a:r>
              <a:rPr lang="en-US" altLang="en-US" sz="1200" dirty="0">
                <a:latin typeface="Arial" panose="020B0604020202020204" pitchFamily="34" charset="0"/>
              </a:rPr>
              <a:t> util.</a:t>
            </a:r>
          </a:p>
          <a:p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1A2121-87A6-8DBB-365E-3567AEFF2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8A42DC-7BAD-BC2D-0777-122952401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604" y="634482"/>
            <a:ext cx="5038532" cy="557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608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2A399B-0AB0-5039-575C-35AA87FE94EF}"/>
              </a:ext>
            </a:extLst>
          </p:cNvPr>
          <p:cNvSpPr txBox="1"/>
          <p:nvPr/>
        </p:nvSpPr>
        <p:spPr>
          <a:xfrm>
            <a:off x="709125" y="569167"/>
            <a:ext cx="59062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nou = input(</a:t>
            </a:r>
            <a:r>
              <a:rPr lang="en-GB" sz="1200" dirty="0" err="1">
                <a:solidFill>
                  <a:srgbClr val="FF0000"/>
                </a:solidFill>
              </a:rPr>
              <a:t>f"Cu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ce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doriti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sa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inlocuiti</a:t>
            </a:r>
            <a:r>
              <a:rPr lang="en-GB" sz="1200" dirty="0">
                <a:solidFill>
                  <a:srgbClr val="FF0000"/>
                </a:solidFill>
              </a:rPr>
              <a:t> '{</a:t>
            </a:r>
            <a:r>
              <a:rPr lang="en-GB" sz="1200" dirty="0" err="1">
                <a:solidFill>
                  <a:srgbClr val="FF0000"/>
                </a:solidFill>
              </a:rPr>
              <a:t>tinta</a:t>
            </a:r>
            <a:r>
              <a:rPr lang="en-GB" sz="1200" dirty="0">
                <a:solidFill>
                  <a:srgbClr val="FF0000"/>
                </a:solidFill>
              </a:rPr>
              <a:t>}'? : ")</a:t>
            </a:r>
          </a:p>
          <a:p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rgbClr val="FF0000"/>
                </a:solidFill>
              </a:rPr>
              <a:t># </a:t>
            </a:r>
            <a:r>
              <a:rPr lang="en-GB" sz="1200" dirty="0" err="1">
                <a:solidFill>
                  <a:srgbClr val="FF0000"/>
                </a:solidFill>
              </a:rPr>
              <a:t>Numaram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aparitiile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inainte</a:t>
            </a:r>
            <a:r>
              <a:rPr lang="en-GB" sz="1200" dirty="0">
                <a:solidFill>
                  <a:srgbClr val="FF0000"/>
                </a:solidFill>
              </a:rPr>
              <a:t> de </a:t>
            </a:r>
            <a:r>
              <a:rPr lang="en-GB" sz="1200" dirty="0" err="1">
                <a:solidFill>
                  <a:srgbClr val="FF0000"/>
                </a:solidFill>
              </a:rPr>
              <a:t>inlocuire</a:t>
            </a:r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 err="1">
                <a:solidFill>
                  <a:srgbClr val="FF0000"/>
                </a:solidFill>
              </a:rPr>
              <a:t>nr_aparitii</a:t>
            </a:r>
            <a:r>
              <a:rPr lang="en-GB" sz="1200" dirty="0">
                <a:solidFill>
                  <a:srgbClr val="FF0000"/>
                </a:solidFill>
              </a:rPr>
              <a:t> = </a:t>
            </a:r>
            <a:r>
              <a:rPr lang="en-GB" sz="1200" dirty="0" err="1">
                <a:solidFill>
                  <a:srgbClr val="FF0000"/>
                </a:solidFill>
              </a:rPr>
              <a:t>text_curent.count</a:t>
            </a:r>
            <a:r>
              <a:rPr lang="en-GB" sz="1200" dirty="0">
                <a:solidFill>
                  <a:srgbClr val="FF0000"/>
                </a:solidFill>
              </a:rPr>
              <a:t>(</a:t>
            </a:r>
            <a:r>
              <a:rPr lang="en-GB" sz="1200" dirty="0" err="1">
                <a:solidFill>
                  <a:srgbClr val="FF0000"/>
                </a:solidFill>
              </a:rPr>
              <a:t>tinta</a:t>
            </a:r>
            <a:r>
              <a:rPr lang="en-GB" sz="1200" dirty="0">
                <a:solidFill>
                  <a:srgbClr val="FF0000"/>
                </a:solidFill>
              </a:rPr>
              <a:t>)</a:t>
            </a:r>
          </a:p>
          <a:p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rgbClr val="FF0000"/>
                </a:solidFill>
              </a:rPr>
              <a:t># </a:t>
            </a:r>
            <a:r>
              <a:rPr lang="en-GB" sz="1200" dirty="0" err="1">
                <a:solidFill>
                  <a:srgbClr val="FF0000"/>
                </a:solidFill>
              </a:rPr>
              <a:t>Realizam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inlocuirea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efectiv</a:t>
            </a:r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 err="1">
                <a:solidFill>
                  <a:srgbClr val="FF0000"/>
                </a:solidFill>
              </a:rPr>
              <a:t>text_curent</a:t>
            </a:r>
            <a:r>
              <a:rPr lang="en-GB" sz="1200" dirty="0">
                <a:solidFill>
                  <a:srgbClr val="FF0000"/>
                </a:solidFill>
              </a:rPr>
              <a:t> = </a:t>
            </a:r>
            <a:r>
              <a:rPr lang="en-GB" sz="1200" dirty="0" err="1">
                <a:solidFill>
                  <a:srgbClr val="FF0000"/>
                </a:solidFill>
              </a:rPr>
              <a:t>text_curent.replace</a:t>
            </a:r>
            <a:r>
              <a:rPr lang="en-GB" sz="1200" dirty="0">
                <a:solidFill>
                  <a:srgbClr val="FF0000"/>
                </a:solidFill>
              </a:rPr>
              <a:t>(</a:t>
            </a:r>
            <a:r>
              <a:rPr lang="en-GB" sz="1200" dirty="0" err="1">
                <a:solidFill>
                  <a:srgbClr val="FF0000"/>
                </a:solidFill>
              </a:rPr>
              <a:t>tinta</a:t>
            </a:r>
            <a:r>
              <a:rPr lang="en-GB" sz="1200" dirty="0">
                <a:solidFill>
                  <a:srgbClr val="FF0000"/>
                </a:solidFill>
              </a:rPr>
              <a:t>, nou)</a:t>
            </a:r>
            <a:endParaRPr lang="ro-RO" sz="1200" dirty="0">
              <a:solidFill>
                <a:srgbClr val="FF0000"/>
              </a:solidFill>
            </a:endParaRPr>
          </a:p>
          <a:p>
            <a:endParaRPr lang="ro-RO" sz="1200" dirty="0">
              <a:solidFill>
                <a:srgbClr val="FF0000"/>
              </a:solidFill>
            </a:endParaRPr>
          </a:p>
          <a:p>
            <a:endParaRPr lang="ro-RO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921140-E3DB-6F84-A0B1-5F9EC0382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125" y="1943602"/>
            <a:ext cx="590627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input(...)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cuvânt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tinta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Numără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câte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cuvântul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înainte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șteargă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raporta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final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modificări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s-au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făcut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replace(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tinta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nou)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Aceasta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care face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treaba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Caută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aparițiile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lui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tinta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schimbă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actualizând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variabila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globală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text_curent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print(f"\n[Succes] S-au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efectuat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{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nr_aparitii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}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inlocuiri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.")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print("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Puteti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alege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optiunea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'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Statistici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de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baza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'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pentru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a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vedea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noile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date.")</a:t>
            </a:r>
            <a:endParaRPr lang="ro-RO" altLang="en-US" sz="1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o-RO" altLang="en-US" sz="1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9439D7-65DF-D6F9-A54D-21A18DB87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125" y="3518845"/>
            <a:ext cx="60089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utilizatorului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acțiunea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loc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spune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schimbate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invită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înlocuiești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cuvânt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scurt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lung,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numărul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caractere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textului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schimba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24011-E312-6E1B-91F6-D9825CD5A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402" y="681135"/>
            <a:ext cx="5421088" cy="366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09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DAA71E-C5DB-A72F-B397-30D8CC1BDEB5}"/>
              </a:ext>
            </a:extLst>
          </p:cNvPr>
          <p:cNvSpPr txBox="1"/>
          <p:nvPr/>
        </p:nvSpPr>
        <p:spPr>
          <a:xfrm>
            <a:off x="690465" y="681135"/>
            <a:ext cx="6699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u="sng" dirty="0">
                <a:solidFill>
                  <a:srgbClr val="002060"/>
                </a:solidFill>
              </a:rPr>
              <a:t>4.Funcția care ne precizeaza cea mai lungă propoziție</a:t>
            </a:r>
          </a:p>
          <a:p>
            <a:endParaRPr lang="ro-RO" b="1" i="1" u="sng" dirty="0">
              <a:solidFill>
                <a:srgbClr val="002060"/>
              </a:solidFill>
            </a:endParaRPr>
          </a:p>
          <a:p>
            <a:r>
              <a:rPr lang="ro-RO" b="1" i="1" u="sng" dirty="0">
                <a:solidFill>
                  <a:srgbClr val="002060"/>
                </a:solidFill>
              </a:rPr>
              <a:t> </a:t>
            </a:r>
            <a:r>
              <a:rPr lang="ro-RO" sz="1200" b="1" i="1" u="sng" dirty="0">
                <a:solidFill>
                  <a:srgbClr val="00B050"/>
                </a:solidFill>
              </a:rPr>
              <a:t>Explicarea codului </a:t>
            </a:r>
          </a:p>
          <a:p>
            <a:endParaRPr lang="ro-RO" sz="1200" b="1" i="1" u="sng" dirty="0">
              <a:solidFill>
                <a:srgbClr val="00B050"/>
              </a:solidFill>
            </a:endParaRPr>
          </a:p>
          <a:p>
            <a:r>
              <a:rPr lang="it-IT" sz="1200" dirty="0">
                <a:solidFill>
                  <a:srgbClr val="FF0000"/>
                </a:solidFill>
              </a:rPr>
              <a:t>propozitie_curenta = ""</a:t>
            </a:r>
          </a:p>
          <a:p>
            <a:r>
              <a:rPr lang="it-IT" sz="1200" dirty="0">
                <a:solidFill>
                  <a:srgbClr val="FF0000"/>
                </a:solidFill>
              </a:rPr>
              <a:t>max_cuvinte = 0</a:t>
            </a:r>
          </a:p>
          <a:p>
            <a:r>
              <a:rPr lang="it-IT" sz="1200" dirty="0">
                <a:solidFill>
                  <a:srgbClr val="FF0000"/>
                </a:solidFill>
              </a:rPr>
              <a:t>propozitii_castigatoare = [] # Lista pentru campioni</a:t>
            </a:r>
            <a:endParaRPr lang="ro-RO" sz="1200" dirty="0">
              <a:solidFill>
                <a:srgbClr val="FF0000"/>
              </a:solidFill>
            </a:endParaRPr>
          </a:p>
          <a:p>
            <a:endParaRPr lang="en-GB" b="1" i="1" u="sng" dirty="0">
              <a:solidFill>
                <a:srgbClr val="00206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6513B3-FC27-A728-A1EF-18FE57D4E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464" y="2420827"/>
            <a:ext cx="669938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propozitie_curenta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ro-RO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 loc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gol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adunăm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literele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până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formăm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propoziție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max_cuvinte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Aici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ținem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recordul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actual (ex: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până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acum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maximul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5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propozitii_castigatoare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Nu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folosim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singură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variabilă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pentru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text, ci o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s-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propoziții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diferite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având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lungimea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record de 10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Vrem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păstrăm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= 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while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&lt;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len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text_curent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caracter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=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text_curent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[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propozitie_curenta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=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propozitie_curenta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+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caracter</a:t>
            </a:r>
            <a:endParaRPr lang="en-US" altLang="en-US" sz="1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#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Verificam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daca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s-a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terminat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propozitia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(. ! ?)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sau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textul</a:t>
            </a:r>
            <a:endParaRPr lang="en-US" altLang="en-US" sz="1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if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caracter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in ".!?" or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==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len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text_curent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) - 1: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    # ...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procesare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...</a:t>
            </a: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4B3772-1E73-AAEF-2F41-EB45583AE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07722"/>
            <a:ext cx="24878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DBAC4-A311-C1EB-36CD-5A7FB39EE1BB}"/>
              </a:ext>
            </a:extLst>
          </p:cNvPr>
          <p:cNvSpPr txBox="1"/>
          <p:nvPr/>
        </p:nvSpPr>
        <p:spPr>
          <a:xfrm>
            <a:off x="690460" y="5098483"/>
            <a:ext cx="66993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parcurge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caracter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caracter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Adună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caracterele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oprește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punctuație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!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?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s-a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terminat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Acel moment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marchează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finalul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unei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propoziții</a:t>
            </a:r>
            <a:endParaRPr lang="en-GB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80AD0D-522D-8E0E-4E0E-50C94C903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841" y="529243"/>
            <a:ext cx="4679300" cy="28997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C81E15-F659-73E9-3937-FEE4BA768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841" y="3429000"/>
            <a:ext cx="4679300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78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8823F9-8C2E-61BA-406C-B51B166F41D9}"/>
              </a:ext>
            </a:extLst>
          </p:cNvPr>
          <p:cNvSpPr txBox="1"/>
          <p:nvPr/>
        </p:nvSpPr>
        <p:spPr>
          <a:xfrm>
            <a:off x="793102" y="849086"/>
            <a:ext cx="61861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</a:rPr>
              <a:t>nr_cuvinte</a:t>
            </a:r>
            <a:r>
              <a:rPr lang="en-GB" sz="1200" dirty="0">
                <a:solidFill>
                  <a:srgbClr val="FF0000"/>
                </a:solidFill>
              </a:rPr>
              <a:t> = </a:t>
            </a:r>
            <a:r>
              <a:rPr lang="en-GB" sz="1200" dirty="0" err="1">
                <a:solidFill>
                  <a:srgbClr val="FF0000"/>
                </a:solidFill>
              </a:rPr>
              <a:t>len</a:t>
            </a:r>
            <a:r>
              <a:rPr lang="en-GB" sz="1200" dirty="0">
                <a:solidFill>
                  <a:srgbClr val="FF0000"/>
                </a:solidFill>
              </a:rPr>
              <a:t>(</a:t>
            </a:r>
            <a:r>
              <a:rPr lang="en-GB" sz="1200" dirty="0" err="1">
                <a:solidFill>
                  <a:srgbClr val="FF0000"/>
                </a:solidFill>
              </a:rPr>
              <a:t>cuvinte_prop</a:t>
            </a:r>
            <a:r>
              <a:rPr lang="en-GB" sz="1200" dirty="0">
                <a:solidFill>
                  <a:srgbClr val="FF0000"/>
                </a:solidFill>
              </a:rPr>
              <a:t>)</a:t>
            </a:r>
          </a:p>
          <a:p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rgbClr val="FF0000"/>
                </a:solidFill>
              </a:rPr>
              <a:t>if </a:t>
            </a:r>
            <a:r>
              <a:rPr lang="en-GB" sz="1200" dirty="0" err="1">
                <a:solidFill>
                  <a:srgbClr val="FF0000"/>
                </a:solidFill>
              </a:rPr>
              <a:t>nr_cuvinte</a:t>
            </a:r>
            <a:r>
              <a:rPr lang="en-GB" sz="1200" dirty="0">
                <a:solidFill>
                  <a:srgbClr val="FF0000"/>
                </a:solidFill>
              </a:rPr>
              <a:t> &gt; 0: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# CAZUL 1: NOU RECORD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if </a:t>
            </a:r>
            <a:r>
              <a:rPr lang="en-GB" sz="1200" dirty="0" err="1">
                <a:solidFill>
                  <a:srgbClr val="FF0000"/>
                </a:solidFill>
              </a:rPr>
              <a:t>nr_cuvinte</a:t>
            </a:r>
            <a:r>
              <a:rPr lang="en-GB" sz="1200" dirty="0">
                <a:solidFill>
                  <a:srgbClr val="FF0000"/>
                </a:solidFill>
              </a:rPr>
              <a:t> &gt; </a:t>
            </a:r>
            <a:r>
              <a:rPr lang="en-GB" sz="1200" dirty="0" err="1">
                <a:solidFill>
                  <a:srgbClr val="FF0000"/>
                </a:solidFill>
              </a:rPr>
              <a:t>max_cuvinte</a:t>
            </a:r>
            <a:r>
              <a:rPr lang="en-GB" sz="1200" dirty="0">
                <a:solidFill>
                  <a:srgbClr val="FF0000"/>
                </a:solidFill>
              </a:rPr>
              <a:t>: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    </a:t>
            </a:r>
            <a:r>
              <a:rPr lang="en-GB" sz="1200" dirty="0" err="1">
                <a:solidFill>
                  <a:srgbClr val="FF0000"/>
                </a:solidFill>
              </a:rPr>
              <a:t>max_cuvinte</a:t>
            </a:r>
            <a:r>
              <a:rPr lang="en-GB" sz="1200" dirty="0">
                <a:solidFill>
                  <a:srgbClr val="FF0000"/>
                </a:solidFill>
              </a:rPr>
              <a:t> = </a:t>
            </a:r>
            <a:r>
              <a:rPr lang="en-GB" sz="1200" dirty="0" err="1">
                <a:solidFill>
                  <a:srgbClr val="FF0000"/>
                </a:solidFill>
              </a:rPr>
              <a:t>nr_cuvinte</a:t>
            </a:r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rgbClr val="FF0000"/>
                </a:solidFill>
              </a:rPr>
              <a:t>        </a:t>
            </a:r>
            <a:r>
              <a:rPr lang="en-GB" sz="1200" dirty="0" err="1">
                <a:solidFill>
                  <a:srgbClr val="FF0000"/>
                </a:solidFill>
              </a:rPr>
              <a:t>propozitii_castigatoare</a:t>
            </a:r>
            <a:r>
              <a:rPr lang="en-GB" sz="1200" dirty="0">
                <a:solidFill>
                  <a:srgbClr val="FF0000"/>
                </a:solidFill>
              </a:rPr>
              <a:t> = [</a:t>
            </a:r>
            <a:r>
              <a:rPr lang="en-GB" sz="1200" dirty="0" err="1">
                <a:solidFill>
                  <a:srgbClr val="FF0000"/>
                </a:solidFill>
              </a:rPr>
              <a:t>propozitie_curata</a:t>
            </a:r>
            <a:r>
              <a:rPr lang="en-GB" sz="1200" dirty="0">
                <a:solidFill>
                  <a:srgbClr val="FF0000"/>
                </a:solidFill>
              </a:rPr>
              <a:t>]</a:t>
            </a:r>
          </a:p>
          <a:p>
            <a:endParaRPr lang="en-GB" sz="1200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rgbClr val="FF0000"/>
                </a:solidFill>
              </a:rPr>
              <a:t>    # CAZUL 2: EGALITATE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</a:t>
            </a:r>
            <a:r>
              <a:rPr lang="en-GB" sz="1200" dirty="0" err="1">
                <a:solidFill>
                  <a:srgbClr val="FF0000"/>
                </a:solidFill>
              </a:rPr>
              <a:t>elif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  <a:r>
              <a:rPr lang="en-GB" sz="1200" dirty="0" err="1">
                <a:solidFill>
                  <a:srgbClr val="FF0000"/>
                </a:solidFill>
              </a:rPr>
              <a:t>nr_cuvinte</a:t>
            </a:r>
            <a:r>
              <a:rPr lang="en-GB" sz="1200" dirty="0">
                <a:solidFill>
                  <a:srgbClr val="FF0000"/>
                </a:solidFill>
              </a:rPr>
              <a:t> == </a:t>
            </a:r>
            <a:r>
              <a:rPr lang="en-GB" sz="1200" dirty="0" err="1">
                <a:solidFill>
                  <a:srgbClr val="FF0000"/>
                </a:solidFill>
              </a:rPr>
              <a:t>max_cuvinte</a:t>
            </a:r>
            <a:r>
              <a:rPr lang="en-GB" sz="1200" dirty="0">
                <a:solidFill>
                  <a:srgbClr val="FF0000"/>
                </a:solidFill>
              </a:rPr>
              <a:t>: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    </a:t>
            </a:r>
            <a:r>
              <a:rPr lang="en-GB" sz="1200" dirty="0" err="1">
                <a:solidFill>
                  <a:srgbClr val="FF0000"/>
                </a:solidFill>
              </a:rPr>
              <a:t>propozitii_castigatoare.append</a:t>
            </a:r>
            <a:r>
              <a:rPr lang="en-GB" sz="1200" dirty="0">
                <a:solidFill>
                  <a:srgbClr val="FF0000"/>
                </a:solidFill>
              </a:rPr>
              <a:t>(</a:t>
            </a:r>
            <a:r>
              <a:rPr lang="en-GB" sz="1200" dirty="0" err="1">
                <a:solidFill>
                  <a:srgbClr val="FF0000"/>
                </a:solidFill>
              </a:rPr>
              <a:t>propozitie_curata</a:t>
            </a:r>
            <a:r>
              <a:rPr lang="en-GB" sz="1200" dirty="0">
                <a:solidFill>
                  <a:srgbClr val="FF0000"/>
                </a:solidFill>
              </a:rPr>
              <a:t>)</a:t>
            </a:r>
            <a:endParaRPr lang="ro-RO" sz="1200" dirty="0">
              <a:solidFill>
                <a:srgbClr val="FF0000"/>
              </a:solidFill>
            </a:endParaRPr>
          </a:p>
          <a:p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8AEC0-E05D-FA24-0F37-33D8A42ABD96}"/>
              </a:ext>
            </a:extLst>
          </p:cNvPr>
          <p:cNvSpPr txBox="1"/>
          <p:nvPr/>
        </p:nvSpPr>
        <p:spPr>
          <a:xfrm>
            <a:off x="793102" y="2948474"/>
            <a:ext cx="618619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Cazul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propoziția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curentă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decât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vechi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max_cuvinte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atunci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Actualizăm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max_cuvinte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nr_cuvinte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Ștergem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foștii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campioni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noua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propoziție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propozitii_castigatoare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[...]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</a:t>
            </a:r>
            <a:r>
              <a:rPr lang="ro-RO" altLang="en-US" sz="1200" dirty="0"/>
              <a:t>propoziția câștigătoare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Cazul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Egalitate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Dacă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propoziția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curentă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atâtea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cuvinte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actual,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atunci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ștergem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nimic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Doar o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adăugăm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append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lângă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ceilalți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ro-RO" altLang="en-US" sz="1200" dirty="0"/>
              <a:t>câștigători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o-RO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if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len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propozitii_castigatoare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) == 1: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print(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f"Am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gasit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o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propozitie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...")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else: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   print(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f"Am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gasit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{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len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propozitii_castigatoare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)}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propozitii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cu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aceeasi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rgbClr val="FF0000"/>
                </a:solidFill>
                <a:latin typeface="Arial" panose="020B0604020202020204" pitchFamily="34" charset="0"/>
              </a:rPr>
              <a:t>lungime</a:t>
            </a: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maxima...")</a:t>
            </a:r>
            <a:endParaRPr lang="ro-RO" altLang="en-US" sz="1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err="1"/>
              <a:t>Funcția</a:t>
            </a:r>
            <a:r>
              <a:rPr lang="en-GB" sz="1200" dirty="0"/>
              <a:t> </a:t>
            </a:r>
            <a:r>
              <a:rPr lang="en-GB" sz="1200" dirty="0" err="1"/>
              <a:t>verifică</a:t>
            </a:r>
            <a:r>
              <a:rPr lang="en-GB" sz="1200" dirty="0"/>
              <a:t> la final </a:t>
            </a:r>
            <a:r>
              <a:rPr lang="en-GB" sz="1200" dirty="0" err="1"/>
              <a:t>lista</a:t>
            </a:r>
            <a:r>
              <a:rPr lang="en-GB" sz="1200" dirty="0"/>
              <a:t> de </a:t>
            </a:r>
            <a:r>
              <a:rPr lang="en-GB" sz="1200" dirty="0" err="1"/>
              <a:t>câștigători</a:t>
            </a:r>
            <a:r>
              <a:rPr lang="en-GB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err="1"/>
              <a:t>Dacă</a:t>
            </a:r>
            <a:r>
              <a:rPr lang="en-GB" sz="1200" dirty="0"/>
              <a:t> e un </a:t>
            </a:r>
            <a:r>
              <a:rPr lang="en-GB" sz="1200" dirty="0" err="1"/>
              <a:t>singur</a:t>
            </a:r>
            <a:r>
              <a:rPr lang="en-GB" sz="1200" dirty="0"/>
              <a:t> </a:t>
            </a:r>
            <a:r>
              <a:rPr lang="en-GB" sz="1200" dirty="0" err="1"/>
              <a:t>câștigător</a:t>
            </a:r>
            <a:r>
              <a:rPr lang="en-GB" sz="1200" dirty="0"/>
              <a:t>, </a:t>
            </a:r>
            <a:r>
              <a:rPr lang="en-GB" sz="1200" dirty="0" err="1"/>
              <a:t>îl</a:t>
            </a:r>
            <a:r>
              <a:rPr lang="en-GB" sz="1200" dirty="0"/>
              <a:t> </a:t>
            </a:r>
            <a:r>
              <a:rPr lang="en-GB" sz="1200" dirty="0" err="1"/>
              <a:t>afișează</a:t>
            </a:r>
            <a:r>
              <a:rPr lang="en-GB" sz="1200" dirty="0"/>
              <a:t> </a:t>
            </a:r>
            <a:r>
              <a:rPr lang="en-GB" sz="1200" dirty="0" err="1"/>
              <a:t>simplu</a:t>
            </a:r>
            <a:r>
              <a:rPr lang="en-GB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err="1"/>
              <a:t>Dacă</a:t>
            </a:r>
            <a:r>
              <a:rPr lang="en-GB" sz="1200" dirty="0"/>
              <a:t> sunt </a:t>
            </a:r>
            <a:r>
              <a:rPr lang="en-GB" sz="1200" dirty="0" err="1"/>
              <a:t>mai</a:t>
            </a:r>
            <a:r>
              <a:rPr lang="en-GB" sz="1200" dirty="0"/>
              <a:t> </a:t>
            </a:r>
            <a:r>
              <a:rPr lang="en-GB" sz="1200" dirty="0" err="1"/>
              <a:t>mulți</a:t>
            </a:r>
            <a:r>
              <a:rPr lang="en-GB" sz="1200" dirty="0"/>
              <a:t>, </a:t>
            </a:r>
            <a:r>
              <a:rPr lang="en-GB" sz="1200" dirty="0" err="1"/>
              <a:t>îi</a:t>
            </a:r>
            <a:r>
              <a:rPr lang="en-GB" sz="1200" dirty="0"/>
              <a:t> </a:t>
            </a:r>
            <a:r>
              <a:rPr lang="en-GB" sz="1200" dirty="0" err="1"/>
              <a:t>afișează</a:t>
            </a:r>
            <a:r>
              <a:rPr lang="en-GB" sz="1200" dirty="0"/>
              <a:t> pe </a:t>
            </a:r>
            <a:r>
              <a:rPr lang="en-GB" sz="1200" dirty="0" err="1"/>
              <a:t>toți</a:t>
            </a:r>
            <a:r>
              <a:rPr lang="en-GB" sz="1200" dirty="0"/>
              <a:t> sub </a:t>
            </a:r>
            <a:r>
              <a:rPr lang="en-GB" sz="1200" dirty="0" err="1"/>
              <a:t>formă</a:t>
            </a:r>
            <a:r>
              <a:rPr lang="en-GB" sz="1200" dirty="0"/>
              <a:t> de </a:t>
            </a:r>
            <a:r>
              <a:rPr lang="en-GB" sz="1200" dirty="0" err="1"/>
              <a:t>listă</a:t>
            </a:r>
            <a:r>
              <a:rPr lang="en-GB" sz="1200" dirty="0"/>
              <a:t> </a:t>
            </a:r>
            <a:r>
              <a:rPr lang="en-GB" sz="1200" dirty="0" err="1"/>
              <a:t>numerotată</a:t>
            </a:r>
            <a:r>
              <a:rPr lang="en-GB" sz="1200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6BBF91-3308-EBF9-9095-053149B15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595" y="606790"/>
            <a:ext cx="4973217" cy="30788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CB3AFA-9548-8EF1-F485-420ECF3DF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595" y="3685592"/>
            <a:ext cx="4973217" cy="25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13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599771-1C44-4279-B230-4BA99C20C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4000" b="1" i="1" u="sng" dirty="0" err="1">
                <a:latin typeface="Amasis MT Pro Black" panose="020F0502020204030204" pitchFamily="18" charset="0"/>
              </a:rPr>
              <a:t>Testarea</a:t>
            </a:r>
            <a:r>
              <a:rPr lang="en-GB" sz="4000" b="1" i="1" u="sng" dirty="0">
                <a:latin typeface="Amasis MT Pro Black" panose="020F0502020204030204" pitchFamily="18" charset="0"/>
              </a:rPr>
              <a:t> </a:t>
            </a:r>
            <a:r>
              <a:rPr lang="en-GB" sz="4000" b="1" i="1" u="sng" dirty="0" err="1">
                <a:latin typeface="Amasis MT Pro Black" panose="020F0502020204030204" pitchFamily="18" charset="0"/>
              </a:rPr>
              <a:t>functionalitatii</a:t>
            </a:r>
            <a:r>
              <a:rPr lang="en-GB" sz="4000" b="1" i="1" u="sng" dirty="0">
                <a:latin typeface="Amasis MT Pro Black" panose="020F0502020204030204" pitchFamily="18" charset="0"/>
              </a:rPr>
              <a:t> </a:t>
            </a:r>
            <a:r>
              <a:rPr lang="en-GB" sz="4000" b="1" i="1" u="sng" dirty="0" err="1">
                <a:latin typeface="Amasis MT Pro Black" panose="020F0502020204030204" pitchFamily="18" charset="0"/>
              </a:rPr>
              <a:t>codului</a:t>
            </a:r>
            <a:endParaRPr lang="en-GB" sz="4000" b="1" i="1" u="sng" dirty="0">
              <a:latin typeface="Amasis MT Pro Black" panose="020F0502020204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907E4-8B90-018E-0ABA-CA09D8BFB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4" y="1063757"/>
            <a:ext cx="3510116" cy="3601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757F32-E695-2F1C-5B67-4B8AF3C49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4" y="4665308"/>
            <a:ext cx="3510116" cy="2079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621E85-C646-46AF-47A1-3B3732DE8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929" y="1063756"/>
            <a:ext cx="4198374" cy="28769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BAB94D-C78A-8D1B-96B5-2289770E8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794" y="1063755"/>
            <a:ext cx="4109881" cy="56811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F23C00-E751-3316-D87E-D8032EDFAF31}"/>
              </a:ext>
            </a:extLst>
          </p:cNvPr>
          <p:cNvSpPr txBox="1"/>
          <p:nvPr/>
        </p:nvSpPr>
        <p:spPr>
          <a:xfrm>
            <a:off x="3741175" y="4345859"/>
            <a:ext cx="41098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Observ</a:t>
            </a:r>
            <a:r>
              <a:rPr lang="ro-RO" dirty="0"/>
              <a:t>ăm ca aici sunt testate primele trei optiuni din meniul pricipal .</a:t>
            </a:r>
          </a:p>
          <a:p>
            <a:r>
              <a:rPr lang="ro-RO" dirty="0"/>
              <a:t>Opțiunea 2 și 3 sunt testate pe textul exemplu predefinit in cod ,iar prima opțiune este perfect funcțională în ambele cazuri, atât pentru a introduce un text manual ,cât și pentru textul predefinit.</a:t>
            </a:r>
          </a:p>
        </p:txBody>
      </p:sp>
    </p:spTree>
    <p:extLst>
      <p:ext uri="{BB962C8B-B14F-4D97-AF65-F5344CB8AC3E}">
        <p14:creationId xmlns:p14="http://schemas.microsoft.com/office/powerpoint/2010/main" val="4158523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B436B1-5144-2EBF-D41B-703DCC350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0" y="0"/>
            <a:ext cx="5124246" cy="37504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05D3BF-4F2F-7C55-E44F-11204DCE8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7" y="3956202"/>
            <a:ext cx="5124246" cy="2834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F24D21-7C1D-2056-404B-70BE0106A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568" y="4622038"/>
            <a:ext cx="3624276" cy="20805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AD6999-C12A-1821-103D-30B3B811F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1639" y="66929"/>
            <a:ext cx="4240161" cy="20568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72F55E-11B6-E644-C670-3A327C8684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1760" y="2342998"/>
            <a:ext cx="6773220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10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C8016-63F8-27A5-A63A-FE6895C10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8258" cy="2567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FFD617-E737-9C3B-7469-E16B8E739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642419"/>
            <a:ext cx="6468257" cy="23032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1927CD-8EDC-796F-78E3-BC7E76BAF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260" y="5020595"/>
            <a:ext cx="9045676" cy="1638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9362FD-45AD-5171-9323-9E140FBAE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3553" y="77775"/>
            <a:ext cx="4896533" cy="2055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89CF56-4A1E-6CDA-126A-B8FBDCE59B10}"/>
              </a:ext>
            </a:extLst>
          </p:cNvPr>
          <p:cNvSpPr txBox="1"/>
          <p:nvPr/>
        </p:nvSpPr>
        <p:spPr>
          <a:xfrm>
            <a:off x="6823553" y="2723536"/>
            <a:ext cx="4955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După cum se poate observa si in slide-ul anterior toate optiunile sunt funcționale si  oferă raspunsuri elaborate cu comentarii , nu doar rezultatul propriu zis  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929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083945-46E8-4B90-0D03-AA5337A93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41" y="1425295"/>
            <a:ext cx="11874759" cy="4219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C6B503-7D30-8E82-FF3F-5D6F801C69E5}"/>
              </a:ext>
            </a:extLst>
          </p:cNvPr>
          <p:cNvSpPr txBox="1"/>
          <p:nvPr/>
        </p:nvSpPr>
        <p:spPr>
          <a:xfrm>
            <a:off x="830424" y="2108718"/>
            <a:ext cx="108141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err="1">
                <a:solidFill>
                  <a:schemeClr val="bg1"/>
                </a:solidFill>
              </a:rPr>
              <a:t>În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concluzie</a:t>
            </a:r>
            <a:r>
              <a:rPr lang="en-GB" sz="2400" b="1" dirty="0">
                <a:solidFill>
                  <a:schemeClr val="bg1"/>
                </a:solidFill>
              </a:rPr>
              <a:t>, </a:t>
            </a:r>
            <a:r>
              <a:rPr lang="en-GB" sz="2400" b="1" dirty="0" err="1">
                <a:solidFill>
                  <a:schemeClr val="bg1"/>
                </a:solidFill>
              </a:rPr>
              <a:t>acest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proiect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demonstrează</a:t>
            </a:r>
            <a:r>
              <a:rPr lang="en-GB" sz="2400" b="1" dirty="0">
                <a:solidFill>
                  <a:schemeClr val="bg1"/>
                </a:solidFill>
              </a:rPr>
              <a:t> cum </a:t>
            </a:r>
            <a:r>
              <a:rPr lang="en-GB" sz="2400" b="1" dirty="0" err="1">
                <a:solidFill>
                  <a:schemeClr val="bg1"/>
                </a:solidFill>
              </a:rPr>
              <a:t>putem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transforma</a:t>
            </a:r>
            <a:r>
              <a:rPr lang="en-GB" sz="2400" b="1" dirty="0">
                <a:solidFill>
                  <a:schemeClr val="bg1"/>
                </a:solidFill>
              </a:rPr>
              <a:t> un text brut </a:t>
            </a:r>
            <a:r>
              <a:rPr lang="en-GB" sz="2400" b="1" dirty="0" err="1">
                <a:solidFill>
                  <a:schemeClr val="bg1"/>
                </a:solidFill>
              </a:rPr>
              <a:t>în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informație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valoroasă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prin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intermediul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programării</a:t>
            </a:r>
            <a:r>
              <a:rPr lang="en-GB" sz="2400" b="1" dirty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</a:rPr>
              <a:t>Nu </a:t>
            </a:r>
            <a:r>
              <a:rPr lang="en-GB" sz="2400" b="1" dirty="0" err="1">
                <a:solidFill>
                  <a:schemeClr val="bg1"/>
                </a:solidFill>
              </a:rPr>
              <a:t>este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doar</a:t>
            </a:r>
            <a:r>
              <a:rPr lang="en-GB" sz="2400" b="1" dirty="0">
                <a:solidFill>
                  <a:schemeClr val="bg1"/>
                </a:solidFill>
              </a:rPr>
              <a:t> un </a:t>
            </a:r>
            <a:r>
              <a:rPr lang="en-GB" sz="2400" b="1" dirty="0" err="1">
                <a:solidFill>
                  <a:schemeClr val="bg1"/>
                </a:solidFill>
              </a:rPr>
              <a:t>simplu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numărător</a:t>
            </a:r>
            <a:r>
              <a:rPr lang="en-GB" sz="2400" b="1" dirty="0">
                <a:solidFill>
                  <a:schemeClr val="bg1"/>
                </a:solidFill>
              </a:rPr>
              <a:t> de </a:t>
            </a:r>
            <a:r>
              <a:rPr lang="en-GB" sz="2400" b="1" dirty="0" err="1">
                <a:solidFill>
                  <a:schemeClr val="bg1"/>
                </a:solidFill>
              </a:rPr>
              <a:t>cuvinte</a:t>
            </a:r>
            <a:r>
              <a:rPr lang="en-GB" sz="2400" b="1" dirty="0">
                <a:solidFill>
                  <a:schemeClr val="bg1"/>
                </a:solidFill>
              </a:rPr>
              <a:t>, ci un instrument de </a:t>
            </a:r>
            <a:r>
              <a:rPr lang="en-GB" sz="2400" b="1" dirty="0" err="1">
                <a:solidFill>
                  <a:schemeClr val="bg1"/>
                </a:solidFill>
              </a:rPr>
              <a:t>analiză</a:t>
            </a:r>
            <a:r>
              <a:rPr lang="en-GB" sz="2400" b="1" dirty="0">
                <a:solidFill>
                  <a:schemeClr val="bg1"/>
                </a:solidFill>
              </a:rPr>
              <a:t> care ne </a:t>
            </a:r>
            <a:r>
              <a:rPr lang="en-GB" sz="2400" b="1" dirty="0" err="1">
                <a:solidFill>
                  <a:schemeClr val="bg1"/>
                </a:solidFill>
              </a:rPr>
              <a:t>ajută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să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înțelegem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structura</a:t>
            </a:r>
            <a:r>
              <a:rPr lang="en-GB" sz="2400" b="1" dirty="0">
                <a:solidFill>
                  <a:schemeClr val="bg1"/>
                </a:solidFill>
              </a:rPr>
              <a:t>, </a:t>
            </a:r>
            <a:r>
              <a:rPr lang="en-GB" sz="2400" b="1" dirty="0" err="1">
                <a:solidFill>
                  <a:schemeClr val="bg1"/>
                </a:solidFill>
              </a:rPr>
              <a:t>complexitatea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și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calitatea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unui</a:t>
            </a:r>
            <a:r>
              <a:rPr lang="en-GB" sz="2400" b="1" dirty="0">
                <a:solidFill>
                  <a:schemeClr val="bg1"/>
                </a:solidFill>
              </a:rPr>
              <a:t> text. De la </a:t>
            </a:r>
            <a:r>
              <a:rPr lang="en-GB" sz="2400" b="1" dirty="0" err="1">
                <a:solidFill>
                  <a:schemeClr val="bg1"/>
                </a:solidFill>
              </a:rPr>
              <a:t>funcții</a:t>
            </a:r>
            <a:r>
              <a:rPr lang="en-GB" sz="2400" b="1" dirty="0">
                <a:solidFill>
                  <a:schemeClr val="bg1"/>
                </a:solidFill>
              </a:rPr>
              <a:t> de </a:t>
            </a:r>
            <a:r>
              <a:rPr lang="en-GB" sz="2400" b="1" dirty="0" err="1">
                <a:solidFill>
                  <a:schemeClr val="bg1"/>
                </a:solidFill>
              </a:rPr>
              <a:t>bază</a:t>
            </a:r>
            <a:r>
              <a:rPr lang="en-GB" sz="2400" b="1" dirty="0">
                <a:solidFill>
                  <a:schemeClr val="bg1"/>
                </a:solidFill>
              </a:rPr>
              <a:t>, </a:t>
            </a:r>
            <a:r>
              <a:rPr lang="en-GB" sz="2400" b="1" dirty="0" err="1">
                <a:solidFill>
                  <a:schemeClr val="bg1"/>
                </a:solidFill>
              </a:rPr>
              <a:t>până</a:t>
            </a:r>
            <a:r>
              <a:rPr lang="en-GB" sz="2400" b="1" dirty="0">
                <a:solidFill>
                  <a:schemeClr val="bg1"/>
                </a:solidFill>
              </a:rPr>
              <a:t> la </a:t>
            </a:r>
            <a:r>
              <a:rPr lang="en-GB" sz="2400" b="1" dirty="0" err="1">
                <a:solidFill>
                  <a:schemeClr val="bg1"/>
                </a:solidFill>
              </a:rPr>
              <a:t>algoritmi</a:t>
            </a:r>
            <a:r>
              <a:rPr lang="en-GB" sz="2400" b="1" dirty="0">
                <a:solidFill>
                  <a:schemeClr val="bg1"/>
                </a:solidFill>
              </a:rPr>
              <a:t> de </a:t>
            </a:r>
            <a:r>
              <a:rPr lang="en-GB" sz="2400" b="1" dirty="0" err="1">
                <a:solidFill>
                  <a:schemeClr val="bg1"/>
                </a:solidFill>
              </a:rPr>
              <a:t>căutare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și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înlocuire</a:t>
            </a:r>
            <a:r>
              <a:rPr lang="en-GB" sz="2400" b="1" dirty="0">
                <a:solidFill>
                  <a:schemeClr val="bg1"/>
                </a:solidFill>
              </a:rPr>
              <a:t>, </a:t>
            </a:r>
            <a:r>
              <a:rPr lang="en-GB" sz="2400" b="1" dirty="0" err="1">
                <a:solidFill>
                  <a:schemeClr val="bg1"/>
                </a:solidFill>
              </a:rPr>
              <a:t>codul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acoperă</a:t>
            </a:r>
            <a:r>
              <a:rPr lang="en-GB" sz="2400" b="1" dirty="0">
                <a:solidFill>
                  <a:schemeClr val="bg1"/>
                </a:solidFill>
              </a:rPr>
              <a:t> un </a:t>
            </a:r>
            <a:r>
              <a:rPr lang="en-GB" sz="2400" b="1" dirty="0" err="1">
                <a:solidFill>
                  <a:schemeClr val="bg1"/>
                </a:solidFill>
              </a:rPr>
              <a:t>spectru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larg</a:t>
            </a:r>
            <a:r>
              <a:rPr lang="en-GB" sz="2400" b="1" dirty="0">
                <a:solidFill>
                  <a:schemeClr val="bg1"/>
                </a:solidFill>
              </a:rPr>
              <a:t> de </a:t>
            </a:r>
            <a:r>
              <a:rPr lang="en-GB" sz="2400" b="1" dirty="0" err="1">
                <a:solidFill>
                  <a:schemeClr val="bg1"/>
                </a:solidFill>
              </a:rPr>
              <a:t>nevoi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reale</a:t>
            </a:r>
            <a:r>
              <a:rPr lang="en-GB" sz="2400" b="1" dirty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</a:rPr>
              <a:t>Cel </a:t>
            </a:r>
            <a:r>
              <a:rPr lang="en-GB" sz="2400" b="1" dirty="0" err="1">
                <a:solidFill>
                  <a:schemeClr val="bg1"/>
                </a:solidFill>
              </a:rPr>
              <a:t>mai</a:t>
            </a:r>
            <a:r>
              <a:rPr lang="en-GB" sz="2400" b="1" dirty="0">
                <a:solidFill>
                  <a:schemeClr val="bg1"/>
                </a:solidFill>
              </a:rPr>
              <a:t> important, </a:t>
            </a:r>
            <a:r>
              <a:rPr lang="en-GB" sz="2400" b="1" dirty="0" err="1">
                <a:solidFill>
                  <a:schemeClr val="bg1"/>
                </a:solidFill>
              </a:rPr>
              <a:t>acest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proiect</a:t>
            </a:r>
            <a:r>
              <a:rPr lang="en-GB" sz="2400" b="1" dirty="0">
                <a:solidFill>
                  <a:schemeClr val="bg1"/>
                </a:solidFill>
              </a:rPr>
              <a:t> mi-a </a:t>
            </a:r>
            <a:r>
              <a:rPr lang="en-GB" sz="2400" b="1" dirty="0" err="1">
                <a:solidFill>
                  <a:schemeClr val="bg1"/>
                </a:solidFill>
              </a:rPr>
              <a:t>consolidat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gândirea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algoritmică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și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capacitatea</a:t>
            </a:r>
            <a:r>
              <a:rPr lang="en-GB" sz="2400" b="1" dirty="0">
                <a:solidFill>
                  <a:schemeClr val="bg1"/>
                </a:solidFill>
              </a:rPr>
              <a:t> de a </a:t>
            </a:r>
            <a:r>
              <a:rPr lang="en-GB" sz="2400" b="1" dirty="0" err="1">
                <a:solidFill>
                  <a:schemeClr val="bg1"/>
                </a:solidFill>
              </a:rPr>
              <a:t>rezolva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probleme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 err="1">
                <a:solidFill>
                  <a:schemeClr val="bg1"/>
                </a:solidFill>
              </a:rPr>
              <a:t>complexe</a:t>
            </a:r>
            <a:r>
              <a:rPr lang="en-GB" sz="2400" b="1" dirty="0">
                <a:solidFill>
                  <a:schemeClr val="bg1"/>
                </a:solidFill>
              </a:rPr>
              <a:t> pas cu pas.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0828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CBB5FD-A124-6525-C705-5EA4B66BBB74}"/>
              </a:ext>
            </a:extLst>
          </p:cNvPr>
          <p:cNvSpPr txBox="1"/>
          <p:nvPr/>
        </p:nvSpPr>
        <p:spPr>
          <a:xfrm>
            <a:off x="625151" y="755780"/>
            <a:ext cx="76324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Bibliografie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hlinkClick r:id="rId2"/>
              </a:rPr>
              <a:t>https://kb.cunbm.utcluj.ro/mod/scorm/player.php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/>
          </a:p>
          <a:p>
            <a:r>
              <a:rPr lang="en-GB" dirty="0" err="1"/>
              <a:t>Intregul</a:t>
            </a:r>
            <a:r>
              <a:rPr lang="en-GB" dirty="0"/>
              <a:t> cod </a:t>
            </a:r>
            <a:r>
              <a:rPr lang="en-GB" dirty="0" err="1"/>
              <a:t>poate</a:t>
            </a:r>
            <a:r>
              <a:rPr lang="en-GB" dirty="0"/>
              <a:t> fi </a:t>
            </a:r>
            <a:r>
              <a:rPr lang="en-GB" dirty="0" err="1"/>
              <a:t>vizualizat</a:t>
            </a:r>
            <a:r>
              <a:rPr lang="en-GB" dirty="0"/>
              <a:t> </a:t>
            </a:r>
            <a:r>
              <a:rPr lang="en-GB" dirty="0" err="1"/>
              <a:t>aici</a:t>
            </a:r>
            <a:r>
              <a:rPr lang="en-GB" dirty="0"/>
              <a:t> :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hlinkClick r:id="rId3"/>
              </a:rPr>
              <a:t>https://github.com/MorarLorena27/proiect-final/blob/main/main.py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1807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080A5CE-2A27-4A71-B160-441332CC772B}"/>
              </a:ext>
            </a:extLst>
          </p:cNvPr>
          <p:cNvSpPr/>
          <p:nvPr/>
        </p:nvSpPr>
        <p:spPr>
          <a:xfrm>
            <a:off x="-9524" y="2836196"/>
            <a:ext cx="12196762" cy="1360392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2FBFAD-318C-47E8-A82D-2EDEDE3F63EE}"/>
              </a:ext>
            </a:extLst>
          </p:cNvPr>
          <p:cNvSpPr/>
          <p:nvPr/>
        </p:nvSpPr>
        <p:spPr>
          <a:xfrm>
            <a:off x="-4762" y="2938634"/>
            <a:ext cx="12196762" cy="1155517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C8F30-9C91-4D39-A29C-BCE4134E41E9}"/>
              </a:ext>
            </a:extLst>
          </p:cNvPr>
          <p:cNvSpPr txBox="1"/>
          <p:nvPr/>
        </p:nvSpPr>
        <p:spPr>
          <a:xfrm>
            <a:off x="-135390" y="3101445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o-RO" altLang="ko-KR" sz="4000" dirty="0">
                <a:solidFill>
                  <a:schemeClr val="bg1"/>
                </a:solidFill>
                <a:cs typeface="Arial" pitchFamily="34" charset="0"/>
              </a:rPr>
              <a:t>Mulțumesc pentru atenția acordată!!!</a:t>
            </a:r>
            <a:endParaRPr lang="ko-KR" altLang="en-US" sz="40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10349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 COLOR - 1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 COLOR - 1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L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AC7D3"/>
      </a:accent1>
      <a:accent2>
        <a:srgbClr val="307689"/>
      </a:accent2>
      <a:accent3>
        <a:srgbClr val="F7C76A"/>
      </a:accent3>
      <a:accent4>
        <a:srgbClr val="F47758"/>
      </a:accent4>
      <a:accent5>
        <a:srgbClr val="C1C3C4"/>
      </a:accent5>
      <a:accent6>
        <a:srgbClr val="506272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3369</TotalTime>
  <Words>3639</Words>
  <Application>Microsoft Office PowerPoint</Application>
  <PresentationFormat>Widescreen</PresentationFormat>
  <Paragraphs>269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Algerian</vt:lpstr>
      <vt:lpstr>Amasis MT Pro Black</vt:lpstr>
      <vt:lpstr>Aptos Slab Black</vt:lpstr>
      <vt:lpstr>Arial</vt:lpstr>
      <vt:lpstr>Arial Unicode MS</vt:lpstr>
      <vt:lpstr>Google Sans Text</vt:lpstr>
      <vt:lpstr>JetBrains Mono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lorenamorar2006@gmail.com</cp:lastModifiedBy>
  <cp:revision>122</cp:revision>
  <dcterms:created xsi:type="dcterms:W3CDTF">2019-01-14T06:35:35Z</dcterms:created>
  <dcterms:modified xsi:type="dcterms:W3CDTF">2026-01-11T20:11:07Z</dcterms:modified>
</cp:coreProperties>
</file>